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7" r:id="rId4"/>
  </p:sldMasterIdLst>
  <p:notesMasterIdLst>
    <p:notesMasterId r:id="rId32"/>
  </p:notesMasterIdLst>
  <p:handoutMasterIdLst>
    <p:handoutMasterId r:id="rId33"/>
  </p:handoutMasterIdLst>
  <p:sldIdLst>
    <p:sldId id="256" r:id="rId5"/>
    <p:sldId id="281" r:id="rId6"/>
    <p:sldId id="314" r:id="rId7"/>
    <p:sldId id="260" r:id="rId8"/>
    <p:sldId id="297" r:id="rId9"/>
    <p:sldId id="298" r:id="rId10"/>
    <p:sldId id="315" r:id="rId11"/>
    <p:sldId id="299" r:id="rId12"/>
    <p:sldId id="300" r:id="rId13"/>
    <p:sldId id="301" r:id="rId14"/>
    <p:sldId id="302" r:id="rId15"/>
    <p:sldId id="303" r:id="rId16"/>
    <p:sldId id="316" r:id="rId17"/>
    <p:sldId id="304" r:id="rId18"/>
    <p:sldId id="305" r:id="rId19"/>
    <p:sldId id="318" r:id="rId20"/>
    <p:sldId id="319" r:id="rId21"/>
    <p:sldId id="306" r:id="rId22"/>
    <p:sldId id="317" r:id="rId23"/>
    <p:sldId id="307" r:id="rId24"/>
    <p:sldId id="308" r:id="rId25"/>
    <p:sldId id="258" r:id="rId26"/>
    <p:sldId id="313" r:id="rId27"/>
    <p:sldId id="310" r:id="rId28"/>
    <p:sldId id="311" r:id="rId29"/>
    <p:sldId id="312" r:id="rId30"/>
    <p:sldId id="274" r:id="rId3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8FD36E-3C60-2C99-301F-36EA6AA3E3C5}" name="Alain Hollfelder" initials="AH" userId="S::alain.hollfelder@swisstph.ch::7b886240-0284-414e-9833-6243279dc971" providerId="AD"/>
  <p188:author id="{6C6106CC-C68F-40B6-4940-B9EA0864F1FA}" name="Danielle Powell" initials="DP" userId="S::danielle.powell@swisstph.ch::d753a86c-a818-4c36-bfc1-ae2b30c5c75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162" autoAdjust="0"/>
  </p:normalViewPr>
  <p:slideViewPr>
    <p:cSldViewPr snapToGrid="0">
      <p:cViewPr varScale="1">
        <p:scale>
          <a:sx n="117" d="100"/>
          <a:sy n="117" d="100"/>
        </p:scale>
        <p:origin x="82" y="461"/>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8" d="100"/>
          <a:sy n="118" d="100"/>
        </p:scale>
        <p:origin x="764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D12368-C494-743F-1423-AD3EC7AA07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a:extLst>
              <a:ext uri="{FF2B5EF4-FFF2-40B4-BE49-F238E27FC236}">
                <a16:creationId xmlns:a16="http://schemas.microsoft.com/office/drawing/2014/main" id="{232EF843-F307-B9A5-B8DB-E1EF4D821CB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F142B0-B91C-4CEB-A596-BAFBF7C16CA8}" type="datetimeFigureOut">
              <a:rPr lang="de-CH" smtClean="0"/>
              <a:t>27.07.2026</a:t>
            </a:fld>
            <a:endParaRPr lang="de-CH"/>
          </a:p>
        </p:txBody>
      </p:sp>
      <p:sp>
        <p:nvSpPr>
          <p:cNvPr id="4" name="Footer Placeholder 3">
            <a:extLst>
              <a:ext uri="{FF2B5EF4-FFF2-40B4-BE49-F238E27FC236}">
                <a16:creationId xmlns:a16="http://schemas.microsoft.com/office/drawing/2014/main" id="{A3A41030-F87C-5770-A4C7-C10E887EE5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Slide Number Placeholder 4">
            <a:extLst>
              <a:ext uri="{FF2B5EF4-FFF2-40B4-BE49-F238E27FC236}">
                <a16:creationId xmlns:a16="http://schemas.microsoft.com/office/drawing/2014/main" id="{CAA221A7-46DC-1EC1-D002-C18B441B19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84DF91-C2C3-49A9-AA48-AEB483F00826}" type="slidenum">
              <a:rPr lang="de-CH" smtClean="0"/>
              <a:t>‹#›</a:t>
            </a:fld>
            <a:endParaRPr lang="de-CH"/>
          </a:p>
        </p:txBody>
      </p:sp>
    </p:spTree>
    <p:extLst>
      <p:ext uri="{BB962C8B-B14F-4D97-AF65-F5344CB8AC3E}">
        <p14:creationId xmlns:p14="http://schemas.microsoft.com/office/powerpoint/2010/main" val="944016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84D78-5243-4D95-A46D-1A2BEC34DE8C}" type="datetimeFigureOut">
              <a:rPr lang="de-CH" smtClean="0"/>
              <a:t>27.07.2026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E0B76F-E45E-4CE6-9D87-D43A3455C4EC}" type="slidenum">
              <a:rPr lang="de-CH" smtClean="0"/>
              <a:t>‹#›</a:t>
            </a:fld>
            <a:endParaRPr lang="de-CH"/>
          </a:p>
        </p:txBody>
      </p:sp>
    </p:spTree>
    <p:extLst>
      <p:ext uri="{BB962C8B-B14F-4D97-AF65-F5344CB8AC3E}">
        <p14:creationId xmlns:p14="http://schemas.microsoft.com/office/powerpoint/2010/main" val="175201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quarto.org/docs/computations/execution-options.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quarto.org/docs/computations/execution-options.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https://research-it-swiss-tph.github.io/quarto_training/</a:t>
            </a:r>
          </a:p>
        </p:txBody>
      </p:sp>
      <p:sp>
        <p:nvSpPr>
          <p:cNvPr id="4" name="Slide Number Placeholder 3"/>
          <p:cNvSpPr>
            <a:spLocks noGrp="1"/>
          </p:cNvSpPr>
          <p:nvPr>
            <p:ph type="sldNum" sz="quarter" idx="5"/>
          </p:nvPr>
        </p:nvSpPr>
        <p:spPr/>
        <p:txBody>
          <a:bodyPr/>
          <a:lstStyle/>
          <a:p>
            <a:fld id="{DEE0B76F-E45E-4CE6-9D87-D43A3455C4EC}" type="slidenum">
              <a:rPr lang="de-CH" smtClean="0"/>
              <a:t>1</a:t>
            </a:fld>
            <a:endParaRPr lang="de-CH"/>
          </a:p>
        </p:txBody>
      </p:sp>
    </p:spTree>
    <p:extLst>
      <p:ext uri="{BB962C8B-B14F-4D97-AF65-F5344CB8AC3E}">
        <p14:creationId xmlns:p14="http://schemas.microsoft.com/office/powerpoint/2010/main" val="2466510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DEE0B76F-E45E-4CE6-9D87-D43A3455C4EC}" type="slidenum">
              <a:rPr lang="de-CH" smtClean="0"/>
              <a:t>2</a:t>
            </a:fld>
            <a:endParaRPr lang="de-CH"/>
          </a:p>
        </p:txBody>
      </p:sp>
    </p:spTree>
    <p:extLst>
      <p:ext uri="{BB962C8B-B14F-4D97-AF65-F5344CB8AC3E}">
        <p14:creationId xmlns:p14="http://schemas.microsoft.com/office/powerpoint/2010/main" val="2938661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Achieving reproducibility requires clear access to the underlying data, the code used for analysis, and the results produced. It also depends on documenting the tools, such as software and libraries, alongside the computational environment, including hardware configurations and operating systems.</a:t>
            </a:r>
            <a:endParaRPr lang="de-CH" dirty="0"/>
          </a:p>
        </p:txBody>
      </p:sp>
      <p:sp>
        <p:nvSpPr>
          <p:cNvPr id="4" name="Slide Number Placeholder 3"/>
          <p:cNvSpPr>
            <a:spLocks noGrp="1"/>
          </p:cNvSpPr>
          <p:nvPr>
            <p:ph type="sldNum" sz="quarter" idx="5"/>
          </p:nvPr>
        </p:nvSpPr>
        <p:spPr/>
        <p:txBody>
          <a:bodyPr/>
          <a:lstStyle/>
          <a:p>
            <a:fld id="{DEE0B76F-E45E-4CE6-9D87-D43A3455C4EC}" type="slidenum">
              <a:rPr lang="de-CH" smtClean="0"/>
              <a:t>4</a:t>
            </a:fld>
            <a:endParaRPr lang="de-CH"/>
          </a:p>
        </p:txBody>
      </p:sp>
    </p:spTree>
    <p:extLst>
      <p:ext uri="{BB962C8B-B14F-4D97-AF65-F5344CB8AC3E}">
        <p14:creationId xmlns:p14="http://schemas.microsoft.com/office/powerpoint/2010/main" val="3759766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DEE0B76F-E45E-4CE6-9D87-D43A3455C4EC}" type="slidenum">
              <a:rPr lang="de-CH" smtClean="0"/>
              <a:t>15</a:t>
            </a:fld>
            <a:endParaRPr lang="de-CH"/>
          </a:p>
        </p:txBody>
      </p:sp>
    </p:spTree>
    <p:extLst>
      <p:ext uri="{BB962C8B-B14F-4D97-AF65-F5344CB8AC3E}">
        <p14:creationId xmlns:p14="http://schemas.microsoft.com/office/powerpoint/2010/main" val="2857772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err="1">
                <a:hlinkClick r:id="rId3"/>
              </a:rPr>
              <a:t>Execution</a:t>
            </a:r>
            <a:r>
              <a:rPr lang="de-CH" dirty="0">
                <a:hlinkClick r:id="rId3"/>
              </a:rPr>
              <a:t> Options – Quarto</a:t>
            </a:r>
            <a:endParaRPr lang="de-CH" dirty="0"/>
          </a:p>
        </p:txBody>
      </p:sp>
      <p:sp>
        <p:nvSpPr>
          <p:cNvPr id="4" name="Slide Number Placeholder 3"/>
          <p:cNvSpPr>
            <a:spLocks noGrp="1"/>
          </p:cNvSpPr>
          <p:nvPr>
            <p:ph type="sldNum" sz="quarter" idx="5"/>
          </p:nvPr>
        </p:nvSpPr>
        <p:spPr/>
        <p:txBody>
          <a:bodyPr/>
          <a:lstStyle/>
          <a:p>
            <a:fld id="{DEE0B76F-E45E-4CE6-9D87-D43A3455C4EC}" type="slidenum">
              <a:rPr lang="de-CH" smtClean="0"/>
              <a:t>16</a:t>
            </a:fld>
            <a:endParaRPr lang="de-CH"/>
          </a:p>
        </p:txBody>
      </p:sp>
    </p:spTree>
    <p:extLst>
      <p:ext uri="{BB962C8B-B14F-4D97-AF65-F5344CB8AC3E}">
        <p14:creationId xmlns:p14="http://schemas.microsoft.com/office/powerpoint/2010/main" val="1018727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err="1">
                <a:hlinkClick r:id="rId3"/>
              </a:rPr>
              <a:t>Execution</a:t>
            </a:r>
            <a:r>
              <a:rPr lang="de-CH" dirty="0">
                <a:hlinkClick r:id="rId3"/>
              </a:rPr>
              <a:t> Options – Quarto</a:t>
            </a:r>
            <a:endParaRPr lang="de-CH" dirty="0"/>
          </a:p>
        </p:txBody>
      </p:sp>
      <p:sp>
        <p:nvSpPr>
          <p:cNvPr id="4" name="Slide Number Placeholder 3"/>
          <p:cNvSpPr>
            <a:spLocks noGrp="1"/>
          </p:cNvSpPr>
          <p:nvPr>
            <p:ph type="sldNum" sz="quarter" idx="5"/>
          </p:nvPr>
        </p:nvSpPr>
        <p:spPr/>
        <p:txBody>
          <a:bodyPr/>
          <a:lstStyle/>
          <a:p>
            <a:fld id="{DEE0B76F-E45E-4CE6-9D87-D43A3455C4EC}" type="slidenum">
              <a:rPr lang="de-CH" smtClean="0"/>
              <a:t>17</a:t>
            </a:fld>
            <a:endParaRPr lang="de-CH"/>
          </a:p>
        </p:txBody>
      </p:sp>
    </p:spTree>
    <p:extLst>
      <p:ext uri="{BB962C8B-B14F-4D97-AF65-F5344CB8AC3E}">
        <p14:creationId xmlns:p14="http://schemas.microsoft.com/office/powerpoint/2010/main" val="1110503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p:txBody>
      </p:sp>
      <p:sp>
        <p:nvSpPr>
          <p:cNvPr id="4" name="Slide Number Placeholder 3"/>
          <p:cNvSpPr>
            <a:spLocks noGrp="1"/>
          </p:cNvSpPr>
          <p:nvPr>
            <p:ph type="sldNum" sz="quarter" idx="5"/>
          </p:nvPr>
        </p:nvSpPr>
        <p:spPr/>
        <p:txBody>
          <a:bodyPr/>
          <a:lstStyle/>
          <a:p>
            <a:fld id="{DEE0B76F-E45E-4CE6-9D87-D43A3455C4EC}" type="slidenum">
              <a:rPr lang="de-CH" smtClean="0"/>
              <a:t>23</a:t>
            </a:fld>
            <a:endParaRPr lang="de-CH"/>
          </a:p>
        </p:txBody>
      </p:sp>
    </p:spTree>
    <p:extLst>
      <p:ext uri="{BB962C8B-B14F-4D97-AF65-F5344CB8AC3E}">
        <p14:creationId xmlns:p14="http://schemas.microsoft.com/office/powerpoint/2010/main" val="21747033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1.w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4B4D81A-F4F7-4028-5B89-F9A7216FB1F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000798" y="0"/>
            <a:ext cx="5143500" cy="5143500"/>
          </a:xfrm>
          <a:prstGeom prst="rect">
            <a:avLst/>
          </a:prstGeom>
        </p:spPr>
      </p:pic>
      <p:pic>
        <p:nvPicPr>
          <p:cNvPr id="10" name="Picture 9">
            <a:extLst>
              <a:ext uri="{FF2B5EF4-FFF2-40B4-BE49-F238E27FC236}">
                <a16:creationId xmlns:a16="http://schemas.microsoft.com/office/drawing/2014/main" id="{DDA28334-B62E-681E-4166-99C0018EB1F1}"/>
              </a:ext>
            </a:extLst>
          </p:cNvPr>
          <p:cNvPicPr>
            <a:picLocks noChangeAspect="1"/>
          </p:cNvPicPr>
          <p:nvPr/>
        </p:nvPicPr>
        <p:blipFill>
          <a:blip r:embed="rId3"/>
          <a:stretch>
            <a:fillRect/>
          </a:stretch>
        </p:blipFill>
        <p:spPr>
          <a:xfrm>
            <a:off x="434925" y="447825"/>
            <a:ext cx="2656141" cy="794008"/>
          </a:xfrm>
          <a:prstGeom prst="rect">
            <a:avLst/>
          </a:prstGeom>
        </p:spPr>
      </p:pic>
      <p:sp>
        <p:nvSpPr>
          <p:cNvPr id="11" name="Title 10">
            <a:extLst>
              <a:ext uri="{FF2B5EF4-FFF2-40B4-BE49-F238E27FC236}">
                <a16:creationId xmlns:a16="http://schemas.microsoft.com/office/drawing/2014/main" id="{EEBB14A9-E0B1-5A7F-0D89-06D45945ED9C}"/>
              </a:ext>
            </a:extLst>
          </p:cNvPr>
          <p:cNvSpPr>
            <a:spLocks noGrp="1"/>
          </p:cNvSpPr>
          <p:nvPr>
            <p:ph type="title" hasCustomPrompt="1"/>
          </p:nvPr>
        </p:nvSpPr>
        <p:spPr>
          <a:xfrm>
            <a:off x="468936" y="2078032"/>
            <a:ext cx="8243264" cy="493718"/>
          </a:xfrm>
        </p:spPr>
        <p:txBody>
          <a:bodyPr lIns="0" tIns="0" rIns="0" bIns="0"/>
          <a:lstStyle>
            <a:lvl1pPr>
              <a:defRPr sz="4400">
                <a:solidFill>
                  <a:schemeClr val="bg1"/>
                </a:solidFill>
              </a:defRPr>
            </a:lvl1pPr>
          </a:lstStyle>
          <a:p>
            <a:r>
              <a:rPr lang="en-US"/>
              <a:t>Click to add a title</a:t>
            </a:r>
            <a:endParaRPr lang="de-CH"/>
          </a:p>
        </p:txBody>
      </p:sp>
      <p:sp>
        <p:nvSpPr>
          <p:cNvPr id="16" name="Text Placeholder 15">
            <a:extLst>
              <a:ext uri="{FF2B5EF4-FFF2-40B4-BE49-F238E27FC236}">
                <a16:creationId xmlns:a16="http://schemas.microsoft.com/office/drawing/2014/main" id="{7E44ECD2-DAAB-C458-C9E7-16B7455E7DE3}"/>
              </a:ext>
            </a:extLst>
          </p:cNvPr>
          <p:cNvSpPr>
            <a:spLocks noGrp="1"/>
          </p:cNvSpPr>
          <p:nvPr>
            <p:ph type="body" sz="quarter" idx="10" hasCustomPrompt="1"/>
          </p:nvPr>
        </p:nvSpPr>
        <p:spPr>
          <a:xfrm>
            <a:off x="468937" y="3126966"/>
            <a:ext cx="8243264" cy="406400"/>
          </a:xfrm>
        </p:spPr>
        <p:txBody>
          <a:bodyPr lIns="0" tIns="0" rIns="0" bIns="0" anchor="ctr" anchorCtr="0">
            <a:noAutofit/>
          </a:bodyPr>
          <a:lstStyle>
            <a:lvl1pPr>
              <a:buNone/>
              <a:defRPr sz="2400">
                <a:solidFill>
                  <a:schemeClr val="bg1"/>
                </a:solidFill>
              </a:defRPr>
            </a:lvl1pPr>
          </a:lstStyle>
          <a:p>
            <a:pPr lvl="0"/>
            <a:r>
              <a:rPr lang="en-US"/>
              <a:t>Click to add a subtitle</a:t>
            </a:r>
            <a:endParaRPr lang="de-CH"/>
          </a:p>
        </p:txBody>
      </p:sp>
      <p:sp>
        <p:nvSpPr>
          <p:cNvPr id="18" name="Text Placeholder 17">
            <a:extLst>
              <a:ext uri="{FF2B5EF4-FFF2-40B4-BE49-F238E27FC236}">
                <a16:creationId xmlns:a16="http://schemas.microsoft.com/office/drawing/2014/main" id="{5ACDEC96-901E-AC2A-EAEF-B4D4412A6B47}"/>
              </a:ext>
            </a:extLst>
          </p:cNvPr>
          <p:cNvSpPr>
            <a:spLocks noGrp="1"/>
          </p:cNvSpPr>
          <p:nvPr>
            <p:ph type="body" sz="quarter" idx="11" hasCustomPrompt="1"/>
          </p:nvPr>
        </p:nvSpPr>
        <p:spPr>
          <a:xfrm>
            <a:off x="468936" y="4073062"/>
            <a:ext cx="4428711" cy="302512"/>
          </a:xfrm>
        </p:spPr>
        <p:txBody>
          <a:bodyPr lIns="0" tIns="0" rIns="0" bIns="0"/>
          <a:lstStyle>
            <a:lvl1pPr>
              <a:buNone/>
              <a:defRPr sz="2000" b="1">
                <a:solidFill>
                  <a:schemeClr val="bg1"/>
                </a:solidFill>
              </a:defRPr>
            </a:lvl1pPr>
          </a:lstStyle>
          <a:p>
            <a:pPr lvl="0"/>
            <a:r>
              <a:rPr lang="en-US" dirty="0"/>
              <a:t>Click to add Name</a:t>
            </a:r>
          </a:p>
        </p:txBody>
      </p:sp>
      <p:pic>
        <p:nvPicPr>
          <p:cNvPr id="2" name="Picture 1">
            <a:extLst>
              <a:ext uri="{FF2B5EF4-FFF2-40B4-BE49-F238E27FC236}">
                <a16:creationId xmlns:a16="http://schemas.microsoft.com/office/drawing/2014/main" id="{15AE601F-8D36-2291-7017-4504074ADC3F}"/>
              </a:ext>
            </a:extLst>
          </p:cNvPr>
          <p:cNvPicPr>
            <a:picLocks noChangeAspect="1"/>
          </p:cNvPicPr>
          <p:nvPr userDrawn="1"/>
        </p:nvPicPr>
        <p:blipFill>
          <a:blip r:embed="rId3"/>
          <a:stretch>
            <a:fillRect/>
          </a:stretch>
        </p:blipFill>
        <p:spPr>
          <a:xfrm>
            <a:off x="434925" y="447825"/>
            <a:ext cx="2656141" cy="794008"/>
          </a:xfrm>
          <a:prstGeom prst="rect">
            <a:avLst/>
          </a:prstGeom>
        </p:spPr>
      </p:pic>
      <p:sp>
        <p:nvSpPr>
          <p:cNvPr id="4" name="Text Placeholder 3">
            <a:extLst>
              <a:ext uri="{FF2B5EF4-FFF2-40B4-BE49-F238E27FC236}">
                <a16:creationId xmlns:a16="http://schemas.microsoft.com/office/drawing/2014/main" id="{200F4EFE-0D75-06E6-879D-B960701E83FA}"/>
              </a:ext>
            </a:extLst>
          </p:cNvPr>
          <p:cNvSpPr>
            <a:spLocks noGrp="1"/>
          </p:cNvSpPr>
          <p:nvPr>
            <p:ph type="body" sz="quarter" idx="12"/>
          </p:nvPr>
        </p:nvSpPr>
        <p:spPr>
          <a:xfrm>
            <a:off x="468313" y="4470400"/>
            <a:ext cx="4429125" cy="303213"/>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846458441"/>
      </p:ext>
    </p:extLst>
  </p:cSld>
  <p:clrMapOvr>
    <a:masterClrMapping/>
  </p:clrMapOvr>
  <p:extLst>
    <p:ext uri="{DCECCB84-F9BA-43D5-87BE-67443E8EF086}">
      <p15:sldGuideLst xmlns:p15="http://schemas.microsoft.com/office/powerpoint/2012/main">
        <p15:guide id="1" orient="horz" pos="162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DA28334-B62E-681E-4166-99C0018EB1F1}"/>
              </a:ext>
            </a:extLst>
          </p:cNvPr>
          <p:cNvPicPr>
            <a:picLocks noChangeAspect="1"/>
          </p:cNvPicPr>
          <p:nvPr/>
        </p:nvPicPr>
        <p:blipFill>
          <a:blip r:embed="rId3"/>
          <a:stretch>
            <a:fillRect/>
          </a:stretch>
        </p:blipFill>
        <p:spPr>
          <a:xfrm>
            <a:off x="434925" y="447825"/>
            <a:ext cx="2656141" cy="794008"/>
          </a:xfrm>
          <a:prstGeom prst="rect">
            <a:avLst/>
          </a:prstGeom>
        </p:spPr>
      </p:pic>
      <p:sp>
        <p:nvSpPr>
          <p:cNvPr id="11" name="Title 10">
            <a:extLst>
              <a:ext uri="{FF2B5EF4-FFF2-40B4-BE49-F238E27FC236}">
                <a16:creationId xmlns:a16="http://schemas.microsoft.com/office/drawing/2014/main" id="{EEBB14A9-E0B1-5A7F-0D89-06D45945ED9C}"/>
              </a:ext>
            </a:extLst>
          </p:cNvPr>
          <p:cNvSpPr>
            <a:spLocks noGrp="1"/>
          </p:cNvSpPr>
          <p:nvPr>
            <p:ph type="title" hasCustomPrompt="1"/>
          </p:nvPr>
        </p:nvSpPr>
        <p:spPr>
          <a:xfrm>
            <a:off x="468936" y="2078032"/>
            <a:ext cx="8243264" cy="493718"/>
          </a:xfrm>
        </p:spPr>
        <p:txBody>
          <a:bodyPr lIns="0" tIns="0" rIns="0" bIns="0"/>
          <a:lstStyle>
            <a:lvl1pPr>
              <a:defRPr sz="4400">
                <a:solidFill>
                  <a:schemeClr val="tx2"/>
                </a:solidFill>
              </a:defRPr>
            </a:lvl1pPr>
          </a:lstStyle>
          <a:p>
            <a:r>
              <a:rPr lang="en-US" dirty="0"/>
              <a:t>Click to add a title</a:t>
            </a:r>
            <a:endParaRPr lang="de-CH" dirty="0"/>
          </a:p>
        </p:txBody>
      </p:sp>
      <p:sp>
        <p:nvSpPr>
          <p:cNvPr id="16" name="Text Placeholder 15">
            <a:extLst>
              <a:ext uri="{FF2B5EF4-FFF2-40B4-BE49-F238E27FC236}">
                <a16:creationId xmlns:a16="http://schemas.microsoft.com/office/drawing/2014/main" id="{7E44ECD2-DAAB-C458-C9E7-16B7455E7DE3}"/>
              </a:ext>
            </a:extLst>
          </p:cNvPr>
          <p:cNvSpPr>
            <a:spLocks noGrp="1"/>
          </p:cNvSpPr>
          <p:nvPr>
            <p:ph type="body" sz="quarter" idx="10" hasCustomPrompt="1"/>
          </p:nvPr>
        </p:nvSpPr>
        <p:spPr>
          <a:xfrm>
            <a:off x="468937" y="3126966"/>
            <a:ext cx="8243264" cy="406400"/>
          </a:xfrm>
        </p:spPr>
        <p:txBody>
          <a:bodyPr lIns="0" tIns="0" rIns="0" bIns="0" anchor="ctr" anchorCtr="0">
            <a:noAutofit/>
          </a:bodyPr>
          <a:lstStyle>
            <a:lvl1pPr>
              <a:buNone/>
              <a:defRPr sz="2400">
                <a:solidFill>
                  <a:schemeClr val="tx2"/>
                </a:solidFill>
              </a:defRPr>
            </a:lvl1pPr>
          </a:lstStyle>
          <a:p>
            <a:pPr lvl="0"/>
            <a:r>
              <a:rPr lang="en-US" dirty="0"/>
              <a:t>Click to add a subtitle</a:t>
            </a:r>
            <a:endParaRPr lang="de-CH" dirty="0"/>
          </a:p>
        </p:txBody>
      </p:sp>
      <p:sp>
        <p:nvSpPr>
          <p:cNvPr id="18" name="Text Placeholder 17">
            <a:extLst>
              <a:ext uri="{FF2B5EF4-FFF2-40B4-BE49-F238E27FC236}">
                <a16:creationId xmlns:a16="http://schemas.microsoft.com/office/drawing/2014/main" id="{5ACDEC96-901E-AC2A-EAEF-B4D4412A6B47}"/>
              </a:ext>
            </a:extLst>
          </p:cNvPr>
          <p:cNvSpPr>
            <a:spLocks noGrp="1"/>
          </p:cNvSpPr>
          <p:nvPr>
            <p:ph type="body" sz="quarter" idx="11" hasCustomPrompt="1"/>
          </p:nvPr>
        </p:nvSpPr>
        <p:spPr>
          <a:xfrm>
            <a:off x="468936" y="4073062"/>
            <a:ext cx="4428711" cy="302512"/>
          </a:xfrm>
        </p:spPr>
        <p:txBody>
          <a:bodyPr lIns="0" tIns="0" rIns="0" bIns="0"/>
          <a:lstStyle>
            <a:lvl1pPr>
              <a:buNone/>
              <a:defRPr sz="2000" b="1">
                <a:solidFill>
                  <a:schemeClr val="tx2"/>
                </a:solidFill>
              </a:defRPr>
            </a:lvl1pPr>
          </a:lstStyle>
          <a:p>
            <a:pPr lvl="0"/>
            <a:r>
              <a:rPr lang="en-US" dirty="0"/>
              <a:t>Click to add Name</a:t>
            </a:r>
          </a:p>
        </p:txBody>
      </p:sp>
      <p:pic>
        <p:nvPicPr>
          <p:cNvPr id="2" name="Picture 1">
            <a:extLst>
              <a:ext uri="{FF2B5EF4-FFF2-40B4-BE49-F238E27FC236}">
                <a16:creationId xmlns:a16="http://schemas.microsoft.com/office/drawing/2014/main" id="{15AE601F-8D36-2291-7017-4504074ADC3F}"/>
              </a:ext>
            </a:extLst>
          </p:cNvPr>
          <p:cNvPicPr>
            <a:picLocks noChangeAspect="1"/>
          </p:cNvPicPr>
          <p:nvPr userDrawn="1"/>
        </p:nvPicPr>
        <p:blipFill>
          <a:blip r:embed="rId4"/>
          <a:srcRect/>
          <a:stretch/>
        </p:blipFill>
        <p:spPr>
          <a:xfrm>
            <a:off x="434926" y="447825"/>
            <a:ext cx="2656138" cy="794008"/>
          </a:xfrm>
          <a:prstGeom prst="rect">
            <a:avLst/>
          </a:prstGeom>
        </p:spPr>
      </p:pic>
      <p:sp>
        <p:nvSpPr>
          <p:cNvPr id="4" name="Text Placeholder 3">
            <a:extLst>
              <a:ext uri="{FF2B5EF4-FFF2-40B4-BE49-F238E27FC236}">
                <a16:creationId xmlns:a16="http://schemas.microsoft.com/office/drawing/2014/main" id="{200F4EFE-0D75-06E6-879D-B960701E83FA}"/>
              </a:ext>
            </a:extLst>
          </p:cNvPr>
          <p:cNvSpPr>
            <a:spLocks noGrp="1"/>
          </p:cNvSpPr>
          <p:nvPr>
            <p:ph type="body" sz="quarter" idx="12"/>
          </p:nvPr>
        </p:nvSpPr>
        <p:spPr>
          <a:xfrm>
            <a:off x="468313" y="4470400"/>
            <a:ext cx="4429125" cy="303213"/>
          </a:xfrm>
        </p:spPr>
        <p:txBody>
          <a:bodyPr/>
          <a:lstStyle>
            <a:lvl1pPr marL="0" indent="0">
              <a:buNone/>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739846407"/>
      </p:ext>
    </p:extLst>
  </p:cSld>
  <p:clrMapOvr>
    <a:masterClrMapping/>
  </p:clrMapOvr>
  <p:extLst>
    <p:ext uri="{DCECCB84-F9BA-43D5-87BE-67443E8EF086}">
      <p15:sldGuideLst xmlns:p15="http://schemas.microsoft.com/office/powerpoint/2012/main">
        <p15:guide id="1" orient="horz" pos="162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_Divider1">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44190B-4DC9-2E28-0BE0-4A1CB062F65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000798" y="0"/>
            <a:ext cx="5143500" cy="5143500"/>
          </a:xfrm>
          <a:prstGeom prst="rect">
            <a:avLst/>
          </a:prstGeom>
        </p:spPr>
      </p:pic>
      <p:sp>
        <p:nvSpPr>
          <p:cNvPr id="5" name="Title 10">
            <a:extLst>
              <a:ext uri="{FF2B5EF4-FFF2-40B4-BE49-F238E27FC236}">
                <a16:creationId xmlns:a16="http://schemas.microsoft.com/office/drawing/2014/main" id="{258D4EC0-2AA2-172B-3474-E52D57E35D79}"/>
              </a:ext>
            </a:extLst>
          </p:cNvPr>
          <p:cNvSpPr>
            <a:spLocks noGrp="1"/>
          </p:cNvSpPr>
          <p:nvPr>
            <p:ph type="title" hasCustomPrompt="1"/>
          </p:nvPr>
        </p:nvSpPr>
        <p:spPr>
          <a:xfrm>
            <a:off x="468937" y="752519"/>
            <a:ext cx="5423310" cy="1209020"/>
          </a:xfrm>
        </p:spPr>
        <p:txBody>
          <a:bodyPr lIns="0" tIns="0" rIns="0" bIns="0"/>
          <a:lstStyle>
            <a:lvl1pPr>
              <a:defRPr sz="4400">
                <a:solidFill>
                  <a:schemeClr val="bg1"/>
                </a:solidFill>
              </a:defRPr>
            </a:lvl1pPr>
          </a:lstStyle>
          <a:p>
            <a:r>
              <a:rPr lang="en-US"/>
              <a:t>Click to add a section title</a:t>
            </a:r>
            <a:endParaRPr lang="de-CH"/>
          </a:p>
        </p:txBody>
      </p:sp>
      <p:pic>
        <p:nvPicPr>
          <p:cNvPr id="3" name="Picture 2">
            <a:extLst>
              <a:ext uri="{FF2B5EF4-FFF2-40B4-BE49-F238E27FC236}">
                <a16:creationId xmlns:a16="http://schemas.microsoft.com/office/drawing/2014/main" id="{70703892-6641-83D0-10BB-64FF2E68C7AE}"/>
              </a:ext>
            </a:extLst>
          </p:cNvPr>
          <p:cNvPicPr>
            <a:picLocks noChangeAspect="1"/>
          </p:cNvPicPr>
          <p:nvPr userDrawn="1"/>
        </p:nvPicPr>
        <p:blipFill>
          <a:blip r:embed="rId3"/>
          <a:srcRect/>
          <a:stretch/>
        </p:blipFill>
        <p:spPr>
          <a:xfrm>
            <a:off x="7425843" y="4496579"/>
            <a:ext cx="1439843" cy="430416"/>
          </a:xfrm>
          <a:prstGeom prst="rect">
            <a:avLst/>
          </a:prstGeom>
        </p:spPr>
      </p:pic>
    </p:spTree>
    <p:extLst>
      <p:ext uri="{BB962C8B-B14F-4D97-AF65-F5344CB8AC3E}">
        <p14:creationId xmlns:p14="http://schemas.microsoft.com/office/powerpoint/2010/main" val="905180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ivider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0">
            <a:extLst>
              <a:ext uri="{FF2B5EF4-FFF2-40B4-BE49-F238E27FC236}">
                <a16:creationId xmlns:a16="http://schemas.microsoft.com/office/drawing/2014/main" id="{2EA09857-0CA6-780E-4E27-2143EBE43A83}"/>
              </a:ext>
            </a:extLst>
          </p:cNvPr>
          <p:cNvSpPr>
            <a:spLocks noGrp="1"/>
          </p:cNvSpPr>
          <p:nvPr>
            <p:ph type="title" hasCustomPrompt="1"/>
          </p:nvPr>
        </p:nvSpPr>
        <p:spPr>
          <a:xfrm>
            <a:off x="473579" y="752519"/>
            <a:ext cx="5423310" cy="1209020"/>
          </a:xfrm>
        </p:spPr>
        <p:txBody>
          <a:bodyPr lIns="0" tIns="0" rIns="0" bIns="0"/>
          <a:lstStyle>
            <a:lvl1pPr>
              <a:defRPr sz="4400">
                <a:solidFill>
                  <a:schemeClr val="tx2"/>
                </a:solidFill>
              </a:defRPr>
            </a:lvl1pPr>
          </a:lstStyle>
          <a:p>
            <a:r>
              <a:rPr lang="en-US"/>
              <a:t>Click to add a section title</a:t>
            </a:r>
            <a:endParaRPr lang="de-CH"/>
          </a:p>
        </p:txBody>
      </p:sp>
    </p:spTree>
    <p:extLst>
      <p:ext uri="{BB962C8B-B14F-4D97-AF65-F5344CB8AC3E}">
        <p14:creationId xmlns:p14="http://schemas.microsoft.com/office/powerpoint/2010/main" val="2963311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37FB1-E4EE-B057-EF53-F854E26947B0}"/>
              </a:ext>
            </a:extLst>
          </p:cNvPr>
          <p:cNvSpPr>
            <a:spLocks noGrp="1"/>
          </p:cNvSpPr>
          <p:nvPr>
            <p:ph type="title" hasCustomPrompt="1"/>
          </p:nvPr>
        </p:nvSpPr>
        <p:spPr/>
        <p:txBody>
          <a:bodyPr/>
          <a:lstStyle>
            <a:lvl1pPr>
              <a:defRPr/>
            </a:lvl1pPr>
          </a:lstStyle>
          <a:p>
            <a:r>
              <a:rPr lang="en-US"/>
              <a:t>Click to add title</a:t>
            </a:r>
            <a:endParaRPr lang="de-CH"/>
          </a:p>
        </p:txBody>
      </p:sp>
      <p:sp>
        <p:nvSpPr>
          <p:cNvPr id="6" name="Table Placeholder 5">
            <a:extLst>
              <a:ext uri="{FF2B5EF4-FFF2-40B4-BE49-F238E27FC236}">
                <a16:creationId xmlns:a16="http://schemas.microsoft.com/office/drawing/2014/main" id="{7EBF2D67-E786-E10B-711E-A66921834D0D}"/>
              </a:ext>
            </a:extLst>
          </p:cNvPr>
          <p:cNvSpPr>
            <a:spLocks noGrp="1"/>
          </p:cNvSpPr>
          <p:nvPr>
            <p:ph type="tbl" sz="quarter" idx="12"/>
          </p:nvPr>
        </p:nvSpPr>
        <p:spPr>
          <a:xfrm>
            <a:off x="473578" y="915988"/>
            <a:ext cx="8238622" cy="3419475"/>
          </a:xfrm>
        </p:spPr>
        <p:txBody>
          <a:bodyPr/>
          <a:lstStyle>
            <a:lvl1pPr>
              <a:buNone/>
              <a:defRPr/>
            </a:lvl1pPr>
          </a:lstStyle>
          <a:p>
            <a:r>
              <a:rPr lang="en-US"/>
              <a:t>Click icon to add table</a:t>
            </a:r>
            <a:endParaRPr lang="de-CH"/>
          </a:p>
        </p:txBody>
      </p:sp>
      <p:sp>
        <p:nvSpPr>
          <p:cNvPr id="3" name="Footer Placeholder 2">
            <a:extLst>
              <a:ext uri="{FF2B5EF4-FFF2-40B4-BE49-F238E27FC236}">
                <a16:creationId xmlns:a16="http://schemas.microsoft.com/office/drawing/2014/main" id="{75193037-498D-3417-7B52-12AE4C223D36}"/>
              </a:ext>
            </a:extLst>
          </p:cNvPr>
          <p:cNvSpPr>
            <a:spLocks noGrp="1"/>
          </p:cNvSpPr>
          <p:nvPr>
            <p:ph type="ftr" sz="quarter" idx="13"/>
          </p:nvPr>
        </p:nvSpPr>
        <p:spPr/>
        <p:txBody>
          <a:bodyPr/>
          <a:lstStyle/>
          <a:p>
            <a:endParaRPr lang="de-CH" sz="900" dirty="0"/>
          </a:p>
        </p:txBody>
      </p:sp>
      <p:sp>
        <p:nvSpPr>
          <p:cNvPr id="7" name="Slide Number Placeholder 6">
            <a:extLst>
              <a:ext uri="{FF2B5EF4-FFF2-40B4-BE49-F238E27FC236}">
                <a16:creationId xmlns:a16="http://schemas.microsoft.com/office/drawing/2014/main" id="{F005C86A-41D0-D593-1414-561E6BC134B8}"/>
              </a:ext>
            </a:extLst>
          </p:cNvPr>
          <p:cNvSpPr>
            <a:spLocks noGrp="1"/>
          </p:cNvSpPr>
          <p:nvPr>
            <p:ph type="sldNum" sz="quarter" idx="14"/>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1629983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37FB1-E4EE-B057-EF53-F854E26947B0}"/>
              </a:ext>
            </a:extLst>
          </p:cNvPr>
          <p:cNvSpPr>
            <a:spLocks noGrp="1"/>
          </p:cNvSpPr>
          <p:nvPr>
            <p:ph type="title" hasCustomPrompt="1"/>
          </p:nvPr>
        </p:nvSpPr>
        <p:spPr/>
        <p:txBody>
          <a:bodyPr/>
          <a:lstStyle>
            <a:lvl1pPr>
              <a:defRPr/>
            </a:lvl1pPr>
          </a:lstStyle>
          <a:p>
            <a:r>
              <a:rPr lang="en-US"/>
              <a:t>Click to add title</a:t>
            </a:r>
            <a:endParaRPr lang="de-CH"/>
          </a:p>
        </p:txBody>
      </p:sp>
      <p:sp>
        <p:nvSpPr>
          <p:cNvPr id="6" name="Table Placeholder 5">
            <a:extLst>
              <a:ext uri="{FF2B5EF4-FFF2-40B4-BE49-F238E27FC236}">
                <a16:creationId xmlns:a16="http://schemas.microsoft.com/office/drawing/2014/main" id="{7EBF2D67-E786-E10B-711E-A66921834D0D}"/>
              </a:ext>
            </a:extLst>
          </p:cNvPr>
          <p:cNvSpPr>
            <a:spLocks noGrp="1"/>
          </p:cNvSpPr>
          <p:nvPr>
            <p:ph type="tbl" sz="quarter" idx="12"/>
          </p:nvPr>
        </p:nvSpPr>
        <p:spPr>
          <a:xfrm>
            <a:off x="4535488" y="915988"/>
            <a:ext cx="4176712" cy="3419475"/>
          </a:xfrm>
        </p:spPr>
        <p:txBody>
          <a:bodyPr/>
          <a:lstStyle>
            <a:lvl1pPr>
              <a:buNone/>
              <a:defRPr/>
            </a:lvl1pPr>
          </a:lstStyle>
          <a:p>
            <a:r>
              <a:rPr lang="en-US"/>
              <a:t>Click icon to add table</a:t>
            </a:r>
            <a:endParaRPr lang="de-CH"/>
          </a:p>
        </p:txBody>
      </p:sp>
      <p:sp>
        <p:nvSpPr>
          <p:cNvPr id="3" name="Footer Placeholder 2">
            <a:extLst>
              <a:ext uri="{FF2B5EF4-FFF2-40B4-BE49-F238E27FC236}">
                <a16:creationId xmlns:a16="http://schemas.microsoft.com/office/drawing/2014/main" id="{75193037-498D-3417-7B52-12AE4C223D36}"/>
              </a:ext>
            </a:extLst>
          </p:cNvPr>
          <p:cNvSpPr>
            <a:spLocks noGrp="1"/>
          </p:cNvSpPr>
          <p:nvPr>
            <p:ph type="ftr" sz="quarter" idx="13"/>
          </p:nvPr>
        </p:nvSpPr>
        <p:spPr/>
        <p:txBody>
          <a:bodyPr/>
          <a:lstStyle/>
          <a:p>
            <a:endParaRPr lang="de-CH" sz="900" dirty="0"/>
          </a:p>
        </p:txBody>
      </p:sp>
      <p:sp>
        <p:nvSpPr>
          <p:cNvPr id="7" name="Slide Number Placeholder 6">
            <a:extLst>
              <a:ext uri="{FF2B5EF4-FFF2-40B4-BE49-F238E27FC236}">
                <a16:creationId xmlns:a16="http://schemas.microsoft.com/office/drawing/2014/main" id="{F005C86A-41D0-D593-1414-561E6BC134B8}"/>
              </a:ext>
            </a:extLst>
          </p:cNvPr>
          <p:cNvSpPr>
            <a:spLocks noGrp="1"/>
          </p:cNvSpPr>
          <p:nvPr>
            <p:ph type="sldNum" sz="quarter" idx="14"/>
          </p:nvPr>
        </p:nvSpPr>
        <p:spPr/>
        <p:txBody>
          <a:bodyPr/>
          <a:lstStyle/>
          <a:p>
            <a:fld id="{E14D7B56-9DF5-4E8D-B448-5569FA30FAB2}" type="slidenum">
              <a:rPr lang="de-CH" smtClean="0"/>
              <a:pPr/>
              <a:t>‹#›</a:t>
            </a:fld>
            <a:endParaRPr lang="de-CH"/>
          </a:p>
        </p:txBody>
      </p:sp>
      <p:sp>
        <p:nvSpPr>
          <p:cNvPr id="4" name="Text Placeholder 5">
            <a:extLst>
              <a:ext uri="{FF2B5EF4-FFF2-40B4-BE49-F238E27FC236}">
                <a16:creationId xmlns:a16="http://schemas.microsoft.com/office/drawing/2014/main" id="{52A84D25-DDE2-780F-AF4D-92F765C1793D}"/>
              </a:ext>
            </a:extLst>
          </p:cNvPr>
          <p:cNvSpPr>
            <a:spLocks noGrp="1"/>
          </p:cNvSpPr>
          <p:nvPr>
            <p:ph type="body" sz="quarter" idx="15"/>
          </p:nvPr>
        </p:nvSpPr>
        <p:spPr>
          <a:xfrm>
            <a:off x="473444" y="915989"/>
            <a:ext cx="3954094" cy="3413252"/>
          </a:xfrm>
        </p:spPr>
        <p:txBody>
          <a:bodyPr/>
          <a:lstStyle>
            <a:lvl1pPr>
              <a:lnSpc>
                <a:spcPct val="114000"/>
              </a:lnSpc>
              <a:defRPr/>
            </a:lvl1pPr>
            <a:lvl2pPr>
              <a:lnSpc>
                <a:spcPct val="114000"/>
              </a:lnSpc>
              <a:defRPr/>
            </a:lvl2pPr>
            <a:lvl3pPr>
              <a:lnSpc>
                <a:spcPct val="114000"/>
              </a:lnSpc>
              <a:defRPr/>
            </a:lvl3pPr>
            <a:lvl4pPr>
              <a:lnSpc>
                <a:spcPct val="114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9601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0943-70D9-04A4-E067-B9E6E5AC8966}"/>
              </a:ext>
            </a:extLst>
          </p:cNvPr>
          <p:cNvSpPr>
            <a:spLocks noGrp="1"/>
          </p:cNvSpPr>
          <p:nvPr>
            <p:ph type="title" hasCustomPrompt="1"/>
          </p:nvPr>
        </p:nvSpPr>
        <p:spPr/>
        <p:txBody>
          <a:bodyPr lIns="0" tIns="0" rIns="0" bIns="0"/>
          <a:lstStyle>
            <a:lvl1pPr>
              <a:defRPr/>
            </a:lvl1pPr>
          </a:lstStyle>
          <a:p>
            <a:r>
              <a:rPr lang="en-US"/>
              <a:t>Click to add title</a:t>
            </a:r>
            <a:endParaRPr lang="de-CH"/>
          </a:p>
        </p:txBody>
      </p:sp>
      <p:sp>
        <p:nvSpPr>
          <p:cNvPr id="6" name="Text Placeholder 5">
            <a:extLst>
              <a:ext uri="{FF2B5EF4-FFF2-40B4-BE49-F238E27FC236}">
                <a16:creationId xmlns:a16="http://schemas.microsoft.com/office/drawing/2014/main" id="{CDB9E269-0840-FC8C-A941-D9835D273BF5}"/>
              </a:ext>
            </a:extLst>
          </p:cNvPr>
          <p:cNvSpPr>
            <a:spLocks noGrp="1"/>
          </p:cNvSpPr>
          <p:nvPr>
            <p:ph type="body" sz="quarter" idx="12" hasCustomPrompt="1"/>
          </p:nvPr>
        </p:nvSpPr>
        <p:spPr>
          <a:xfrm>
            <a:off x="473578" y="709830"/>
            <a:ext cx="8238622" cy="273050"/>
          </a:xfrm>
        </p:spPr>
        <p:txBody>
          <a:bodyPr lIns="0" tIns="0" rIns="0" bIns="0">
            <a:noAutofit/>
          </a:bodyPr>
          <a:lstStyle>
            <a:lvl1pPr marL="0" indent="0">
              <a:buNone/>
              <a:defRPr sz="2000" b="1">
                <a:solidFill>
                  <a:schemeClr val="tx2"/>
                </a:solidFill>
                <a:latin typeface="+mn-lt"/>
              </a:defRPr>
            </a:lvl1pPr>
            <a:lvl2pPr>
              <a:buNone/>
              <a:defRPr b="1"/>
            </a:lvl2pPr>
            <a:lvl3pPr>
              <a:buNone/>
              <a:defRPr b="1"/>
            </a:lvl3pPr>
            <a:lvl4pPr>
              <a:buNone/>
              <a:defRPr b="1"/>
            </a:lvl4pPr>
            <a:lvl5pPr>
              <a:buNone/>
              <a:defRPr b="1"/>
            </a:lvl5pPr>
          </a:lstStyle>
          <a:p>
            <a:pPr lvl="0"/>
            <a:r>
              <a:rPr lang="en-US" dirty="0"/>
              <a:t>Click to add subtitle</a:t>
            </a:r>
          </a:p>
        </p:txBody>
      </p:sp>
      <p:sp>
        <p:nvSpPr>
          <p:cNvPr id="9" name="Text Placeholder 8">
            <a:extLst>
              <a:ext uri="{FF2B5EF4-FFF2-40B4-BE49-F238E27FC236}">
                <a16:creationId xmlns:a16="http://schemas.microsoft.com/office/drawing/2014/main" id="{1B3B8027-2F85-8781-5CDA-CE6C56441E77}"/>
              </a:ext>
            </a:extLst>
          </p:cNvPr>
          <p:cNvSpPr>
            <a:spLocks noGrp="1"/>
          </p:cNvSpPr>
          <p:nvPr>
            <p:ph type="body" sz="quarter" idx="13" hasCustomPrompt="1"/>
          </p:nvPr>
        </p:nvSpPr>
        <p:spPr>
          <a:xfrm>
            <a:off x="473578" y="1081261"/>
            <a:ext cx="8238622" cy="3254201"/>
          </a:xfrm>
        </p:spPr>
        <p:txBody>
          <a:bodyPr lIns="0" tIns="0" rIns="0" bIns="0"/>
          <a:lstStyle>
            <a:lvl1pPr marL="0" indent="0">
              <a:spcBef>
                <a:spcPts val="0"/>
              </a:spcBef>
              <a:buNone/>
              <a:defRPr/>
            </a:lvl1pPr>
            <a:lvl2pPr>
              <a:buNone/>
              <a:defRPr/>
            </a:lvl2pPr>
            <a:lvl3pPr>
              <a:buNone/>
              <a:defRPr/>
            </a:lvl3pPr>
            <a:lvl4pPr>
              <a:buNone/>
              <a:defRPr/>
            </a:lvl4pPr>
            <a:lvl5pPr>
              <a:buNone/>
              <a:defRPr/>
            </a:lvl5pPr>
          </a:lstStyle>
          <a:p>
            <a:pPr lvl="0"/>
            <a:r>
              <a:rPr lang="en-US" dirty="0"/>
              <a:t>Click to add text</a:t>
            </a:r>
          </a:p>
        </p:txBody>
      </p:sp>
      <p:sp>
        <p:nvSpPr>
          <p:cNvPr id="3" name="Footer Placeholder 2">
            <a:extLst>
              <a:ext uri="{FF2B5EF4-FFF2-40B4-BE49-F238E27FC236}">
                <a16:creationId xmlns:a16="http://schemas.microsoft.com/office/drawing/2014/main" id="{3CBCCC2F-7F1A-533A-0E53-64F64063B106}"/>
              </a:ext>
            </a:extLst>
          </p:cNvPr>
          <p:cNvSpPr>
            <a:spLocks noGrp="1"/>
          </p:cNvSpPr>
          <p:nvPr>
            <p:ph type="ftr" sz="quarter" idx="14"/>
          </p:nvPr>
        </p:nvSpPr>
        <p:spPr/>
        <p:txBody>
          <a:bodyPr/>
          <a:lstStyle/>
          <a:p>
            <a:endParaRPr lang="de-CH" sz="900" dirty="0"/>
          </a:p>
        </p:txBody>
      </p:sp>
      <p:sp>
        <p:nvSpPr>
          <p:cNvPr id="4" name="Slide Number Placeholder 3">
            <a:extLst>
              <a:ext uri="{FF2B5EF4-FFF2-40B4-BE49-F238E27FC236}">
                <a16:creationId xmlns:a16="http://schemas.microsoft.com/office/drawing/2014/main" id="{43F05E06-5CC4-03C9-6529-60FFA34CC00A}"/>
              </a:ext>
            </a:extLst>
          </p:cNvPr>
          <p:cNvSpPr>
            <a:spLocks noGrp="1"/>
          </p:cNvSpPr>
          <p:nvPr>
            <p:ph type="sldNum" sz="quarter" idx="15"/>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1507343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and Text indigo">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0943-70D9-04A4-E067-B9E6E5AC8966}"/>
              </a:ext>
            </a:extLst>
          </p:cNvPr>
          <p:cNvSpPr>
            <a:spLocks noGrp="1"/>
          </p:cNvSpPr>
          <p:nvPr>
            <p:ph type="title" hasCustomPrompt="1"/>
          </p:nvPr>
        </p:nvSpPr>
        <p:spPr/>
        <p:txBody>
          <a:bodyPr lIns="0" tIns="0" rIns="0" bIns="0"/>
          <a:lstStyle>
            <a:lvl1pPr>
              <a:defRPr>
                <a:solidFill>
                  <a:schemeClr val="bg1"/>
                </a:solidFill>
              </a:defRPr>
            </a:lvl1pPr>
          </a:lstStyle>
          <a:p>
            <a:r>
              <a:rPr lang="en-US" dirty="0"/>
              <a:t>Click to add title</a:t>
            </a:r>
            <a:endParaRPr lang="de-CH" dirty="0"/>
          </a:p>
        </p:txBody>
      </p:sp>
      <p:sp>
        <p:nvSpPr>
          <p:cNvPr id="6" name="Text Placeholder 5">
            <a:extLst>
              <a:ext uri="{FF2B5EF4-FFF2-40B4-BE49-F238E27FC236}">
                <a16:creationId xmlns:a16="http://schemas.microsoft.com/office/drawing/2014/main" id="{CDB9E269-0840-FC8C-A941-D9835D273BF5}"/>
              </a:ext>
            </a:extLst>
          </p:cNvPr>
          <p:cNvSpPr>
            <a:spLocks noGrp="1"/>
          </p:cNvSpPr>
          <p:nvPr>
            <p:ph type="body" sz="quarter" idx="12" hasCustomPrompt="1"/>
          </p:nvPr>
        </p:nvSpPr>
        <p:spPr>
          <a:xfrm>
            <a:off x="473578" y="709830"/>
            <a:ext cx="8238622" cy="273050"/>
          </a:xfrm>
        </p:spPr>
        <p:txBody>
          <a:bodyPr lIns="0" tIns="0" rIns="0" bIns="0">
            <a:noAutofit/>
          </a:bodyPr>
          <a:lstStyle>
            <a:lvl1pPr marL="0" indent="0">
              <a:buNone/>
              <a:defRPr sz="2000" b="1">
                <a:solidFill>
                  <a:schemeClr val="bg1"/>
                </a:solidFill>
                <a:latin typeface="+mn-lt"/>
              </a:defRPr>
            </a:lvl1pPr>
            <a:lvl2pPr>
              <a:buNone/>
              <a:defRPr b="1"/>
            </a:lvl2pPr>
            <a:lvl3pPr>
              <a:buNone/>
              <a:defRPr b="1"/>
            </a:lvl3pPr>
            <a:lvl4pPr>
              <a:buNone/>
              <a:defRPr b="1"/>
            </a:lvl4pPr>
            <a:lvl5pPr>
              <a:buNone/>
              <a:defRPr b="1"/>
            </a:lvl5pPr>
          </a:lstStyle>
          <a:p>
            <a:pPr lvl="0"/>
            <a:r>
              <a:rPr lang="en-US" dirty="0"/>
              <a:t>Click to add subtitle</a:t>
            </a:r>
          </a:p>
        </p:txBody>
      </p:sp>
      <p:sp>
        <p:nvSpPr>
          <p:cNvPr id="9" name="Text Placeholder 8">
            <a:extLst>
              <a:ext uri="{FF2B5EF4-FFF2-40B4-BE49-F238E27FC236}">
                <a16:creationId xmlns:a16="http://schemas.microsoft.com/office/drawing/2014/main" id="{1B3B8027-2F85-8781-5CDA-CE6C56441E77}"/>
              </a:ext>
            </a:extLst>
          </p:cNvPr>
          <p:cNvSpPr>
            <a:spLocks noGrp="1"/>
          </p:cNvSpPr>
          <p:nvPr>
            <p:ph type="body" sz="quarter" idx="13" hasCustomPrompt="1"/>
          </p:nvPr>
        </p:nvSpPr>
        <p:spPr>
          <a:xfrm>
            <a:off x="473578" y="1081261"/>
            <a:ext cx="8238622" cy="3254201"/>
          </a:xfrm>
        </p:spPr>
        <p:txBody>
          <a:bodyPr lIns="0" tIns="0" rIns="0" bIns="0"/>
          <a:lstStyle>
            <a:lvl1pPr marL="0" indent="0">
              <a:spcBef>
                <a:spcPts val="0"/>
              </a:spcBef>
              <a:buNone/>
              <a:defRPr>
                <a:solidFill>
                  <a:schemeClr val="bg1"/>
                </a:solidFill>
              </a:defRPr>
            </a:lvl1pPr>
            <a:lvl2pPr>
              <a:buNone/>
              <a:defRPr/>
            </a:lvl2pPr>
            <a:lvl3pPr>
              <a:buNone/>
              <a:defRPr/>
            </a:lvl3pPr>
            <a:lvl4pPr>
              <a:buNone/>
              <a:defRPr/>
            </a:lvl4pPr>
            <a:lvl5pPr>
              <a:buNone/>
              <a:defRPr/>
            </a:lvl5pPr>
          </a:lstStyle>
          <a:p>
            <a:pPr lvl="0"/>
            <a:r>
              <a:rPr lang="en-US" dirty="0"/>
              <a:t>Click to add text</a:t>
            </a:r>
          </a:p>
        </p:txBody>
      </p:sp>
      <p:sp>
        <p:nvSpPr>
          <p:cNvPr id="3" name="Footer Placeholder 2">
            <a:extLst>
              <a:ext uri="{FF2B5EF4-FFF2-40B4-BE49-F238E27FC236}">
                <a16:creationId xmlns:a16="http://schemas.microsoft.com/office/drawing/2014/main" id="{3CBCCC2F-7F1A-533A-0E53-64F64063B106}"/>
              </a:ext>
            </a:extLst>
          </p:cNvPr>
          <p:cNvSpPr>
            <a:spLocks noGrp="1"/>
          </p:cNvSpPr>
          <p:nvPr>
            <p:ph type="ftr" sz="quarter" idx="14"/>
          </p:nvPr>
        </p:nvSpPr>
        <p:spPr/>
        <p:txBody>
          <a:bodyPr/>
          <a:lstStyle>
            <a:lvl1pPr>
              <a:defRPr>
                <a:solidFill>
                  <a:schemeClr val="bg1"/>
                </a:solidFill>
              </a:defRPr>
            </a:lvl1pPr>
          </a:lstStyle>
          <a:p>
            <a:endParaRPr lang="de-CH" dirty="0">
              <a:solidFill>
                <a:schemeClr val="bg1"/>
              </a:solidFill>
            </a:endParaRPr>
          </a:p>
        </p:txBody>
      </p:sp>
      <p:sp>
        <p:nvSpPr>
          <p:cNvPr id="4" name="Slide Number Placeholder 3">
            <a:extLst>
              <a:ext uri="{FF2B5EF4-FFF2-40B4-BE49-F238E27FC236}">
                <a16:creationId xmlns:a16="http://schemas.microsoft.com/office/drawing/2014/main" id="{43F05E06-5CC4-03C9-6529-60FFA34CC00A}"/>
              </a:ext>
            </a:extLst>
          </p:cNvPr>
          <p:cNvSpPr>
            <a:spLocks noGrp="1"/>
          </p:cNvSpPr>
          <p:nvPr>
            <p:ph type="sldNum" sz="quarter" idx="15"/>
          </p:nvPr>
        </p:nvSpPr>
        <p:spPr/>
        <p:txBody>
          <a:bodyPr/>
          <a:lstStyle>
            <a:lvl1pPr>
              <a:defRPr>
                <a:solidFill>
                  <a:schemeClr val="bg1"/>
                </a:solidFill>
              </a:defRPr>
            </a:lvl1pPr>
          </a:lstStyle>
          <a:p>
            <a:fld id="{E14D7B56-9DF5-4E8D-B448-5569FA30FAB2}" type="slidenum">
              <a:rPr lang="de-CH" smtClean="0"/>
              <a:pPr/>
              <a:t>‹#›</a:t>
            </a:fld>
            <a:endParaRPr lang="de-CH" dirty="0">
              <a:solidFill>
                <a:schemeClr val="bg1"/>
              </a:solidFill>
            </a:endParaRPr>
          </a:p>
        </p:txBody>
      </p:sp>
      <p:pic>
        <p:nvPicPr>
          <p:cNvPr id="5" name="Picture 4">
            <a:extLst>
              <a:ext uri="{FF2B5EF4-FFF2-40B4-BE49-F238E27FC236}">
                <a16:creationId xmlns:a16="http://schemas.microsoft.com/office/drawing/2014/main" id="{32A9CDB0-C415-9C00-27B3-704F2A1C5370}"/>
              </a:ext>
            </a:extLst>
          </p:cNvPr>
          <p:cNvPicPr>
            <a:picLocks noChangeAspect="1"/>
          </p:cNvPicPr>
          <p:nvPr userDrawn="1"/>
        </p:nvPicPr>
        <p:blipFill>
          <a:blip r:embed="rId2"/>
          <a:srcRect/>
          <a:stretch/>
        </p:blipFill>
        <p:spPr>
          <a:xfrm>
            <a:off x="7425843" y="4496579"/>
            <a:ext cx="1439843" cy="430416"/>
          </a:xfrm>
          <a:prstGeom prst="rect">
            <a:avLst/>
          </a:prstGeom>
        </p:spPr>
      </p:pic>
    </p:spTree>
    <p:extLst>
      <p:ext uri="{BB962C8B-B14F-4D97-AF65-F5344CB8AC3E}">
        <p14:creationId xmlns:p14="http://schemas.microsoft.com/office/powerpoint/2010/main" val="2890349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and Text with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0943-70D9-04A4-E067-B9E6E5AC8966}"/>
              </a:ext>
            </a:extLst>
          </p:cNvPr>
          <p:cNvSpPr>
            <a:spLocks noGrp="1"/>
          </p:cNvSpPr>
          <p:nvPr>
            <p:ph type="title" hasCustomPrompt="1"/>
          </p:nvPr>
        </p:nvSpPr>
        <p:spPr/>
        <p:txBody>
          <a:bodyPr lIns="0" tIns="0" rIns="0" bIns="0"/>
          <a:lstStyle>
            <a:lvl1pPr>
              <a:defRPr/>
            </a:lvl1pPr>
          </a:lstStyle>
          <a:p>
            <a:r>
              <a:rPr lang="en-US"/>
              <a:t>Click to add title</a:t>
            </a:r>
            <a:endParaRPr lang="de-CH"/>
          </a:p>
        </p:txBody>
      </p:sp>
      <p:sp>
        <p:nvSpPr>
          <p:cNvPr id="6" name="Text Placeholder 5">
            <a:extLst>
              <a:ext uri="{FF2B5EF4-FFF2-40B4-BE49-F238E27FC236}">
                <a16:creationId xmlns:a16="http://schemas.microsoft.com/office/drawing/2014/main" id="{CDB9E269-0840-FC8C-A941-D9835D273BF5}"/>
              </a:ext>
            </a:extLst>
          </p:cNvPr>
          <p:cNvSpPr>
            <a:spLocks noGrp="1"/>
          </p:cNvSpPr>
          <p:nvPr>
            <p:ph type="body" sz="quarter" idx="12" hasCustomPrompt="1"/>
          </p:nvPr>
        </p:nvSpPr>
        <p:spPr>
          <a:xfrm>
            <a:off x="473578" y="709830"/>
            <a:ext cx="8238622" cy="273050"/>
          </a:xfrm>
        </p:spPr>
        <p:txBody>
          <a:bodyPr lIns="0" tIns="0" rIns="0" bIns="0">
            <a:noAutofit/>
          </a:bodyPr>
          <a:lstStyle>
            <a:lvl1pPr marL="0" indent="0">
              <a:buNone/>
              <a:defRPr sz="2000" b="1">
                <a:solidFill>
                  <a:schemeClr val="tx2"/>
                </a:solidFill>
                <a:latin typeface="+mn-lt"/>
              </a:defRPr>
            </a:lvl1pPr>
            <a:lvl2pPr>
              <a:buNone/>
              <a:defRPr b="1"/>
            </a:lvl2pPr>
            <a:lvl3pPr>
              <a:buNone/>
              <a:defRPr b="1"/>
            </a:lvl3pPr>
            <a:lvl4pPr>
              <a:buNone/>
              <a:defRPr b="1"/>
            </a:lvl4pPr>
            <a:lvl5pPr>
              <a:buNone/>
              <a:defRPr b="1"/>
            </a:lvl5pPr>
          </a:lstStyle>
          <a:p>
            <a:pPr lvl="0"/>
            <a:r>
              <a:rPr lang="en-US" dirty="0"/>
              <a:t>Click to add subtitle</a:t>
            </a:r>
          </a:p>
        </p:txBody>
      </p:sp>
      <p:sp>
        <p:nvSpPr>
          <p:cNvPr id="9" name="Text Placeholder 8">
            <a:extLst>
              <a:ext uri="{FF2B5EF4-FFF2-40B4-BE49-F238E27FC236}">
                <a16:creationId xmlns:a16="http://schemas.microsoft.com/office/drawing/2014/main" id="{1B3B8027-2F85-8781-5CDA-CE6C56441E77}"/>
              </a:ext>
            </a:extLst>
          </p:cNvPr>
          <p:cNvSpPr>
            <a:spLocks noGrp="1"/>
          </p:cNvSpPr>
          <p:nvPr>
            <p:ph type="body" sz="quarter" idx="13" hasCustomPrompt="1"/>
          </p:nvPr>
        </p:nvSpPr>
        <p:spPr>
          <a:xfrm>
            <a:off x="473578" y="1081261"/>
            <a:ext cx="8238622" cy="3254201"/>
          </a:xfrm>
        </p:spPr>
        <p:txBody>
          <a:bodyPr lIns="0" tIns="0" rIns="0" bIns="0"/>
          <a:lstStyle>
            <a:lvl1pPr marL="0" indent="0">
              <a:spcBef>
                <a:spcPts val="0"/>
              </a:spcBef>
              <a:buNone/>
              <a:defRPr/>
            </a:lvl1pPr>
            <a:lvl2pPr>
              <a:buNone/>
              <a:defRPr/>
            </a:lvl2pPr>
            <a:lvl3pPr>
              <a:buNone/>
              <a:defRPr/>
            </a:lvl3pPr>
            <a:lvl4pPr>
              <a:buNone/>
              <a:defRPr/>
            </a:lvl4pPr>
            <a:lvl5pPr>
              <a:buNone/>
              <a:defRPr/>
            </a:lvl5pPr>
          </a:lstStyle>
          <a:p>
            <a:pPr lvl="0"/>
            <a:r>
              <a:rPr lang="en-US"/>
              <a:t>Click to add text</a:t>
            </a:r>
          </a:p>
        </p:txBody>
      </p:sp>
      <p:sp>
        <p:nvSpPr>
          <p:cNvPr id="3" name="Footer Placeholder 2">
            <a:extLst>
              <a:ext uri="{FF2B5EF4-FFF2-40B4-BE49-F238E27FC236}">
                <a16:creationId xmlns:a16="http://schemas.microsoft.com/office/drawing/2014/main" id="{3CBCCC2F-7F1A-533A-0E53-64F64063B106}"/>
              </a:ext>
            </a:extLst>
          </p:cNvPr>
          <p:cNvSpPr>
            <a:spLocks noGrp="1"/>
          </p:cNvSpPr>
          <p:nvPr>
            <p:ph type="ftr" sz="quarter" idx="14"/>
          </p:nvPr>
        </p:nvSpPr>
        <p:spPr/>
        <p:txBody>
          <a:bodyPr/>
          <a:lstStyle/>
          <a:p>
            <a:endParaRPr lang="de-CH" sz="900" dirty="0"/>
          </a:p>
        </p:txBody>
      </p:sp>
      <p:sp>
        <p:nvSpPr>
          <p:cNvPr id="4" name="Slide Number Placeholder 3">
            <a:extLst>
              <a:ext uri="{FF2B5EF4-FFF2-40B4-BE49-F238E27FC236}">
                <a16:creationId xmlns:a16="http://schemas.microsoft.com/office/drawing/2014/main" id="{43F05E06-5CC4-03C9-6529-60FFA34CC00A}"/>
              </a:ext>
            </a:extLst>
          </p:cNvPr>
          <p:cNvSpPr>
            <a:spLocks noGrp="1"/>
          </p:cNvSpPr>
          <p:nvPr>
            <p:ph type="sldNum" sz="quarter" idx="15"/>
          </p:nvPr>
        </p:nvSpPr>
        <p:spPr/>
        <p:txBody>
          <a:bodyPr/>
          <a:lstStyle/>
          <a:p>
            <a:fld id="{E14D7B56-9DF5-4E8D-B448-5569FA30FAB2}" type="slidenum">
              <a:rPr lang="de-CH" smtClean="0"/>
              <a:pPr/>
              <a:t>‹#›</a:t>
            </a:fld>
            <a:endParaRPr lang="de-CH"/>
          </a:p>
        </p:txBody>
      </p:sp>
      <p:sp>
        <p:nvSpPr>
          <p:cNvPr id="5" name="Rectangle 4">
            <a:extLst>
              <a:ext uri="{FF2B5EF4-FFF2-40B4-BE49-F238E27FC236}">
                <a16:creationId xmlns:a16="http://schemas.microsoft.com/office/drawing/2014/main" id="{DE887A6D-D2D9-D477-4025-75D9C2DD7E6C}"/>
              </a:ext>
            </a:extLst>
          </p:cNvPr>
          <p:cNvSpPr/>
          <p:nvPr userDrawn="1"/>
        </p:nvSpPr>
        <p:spPr>
          <a:xfrm>
            <a:off x="6059506" y="0"/>
            <a:ext cx="445321" cy="5143500"/>
          </a:xfrm>
          <a:prstGeom prst="rect">
            <a:avLst/>
          </a:prstGeom>
          <a:solidFill>
            <a:schemeClr val="bg2"/>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8" name="Picture Placeholder 7">
            <a:extLst>
              <a:ext uri="{FF2B5EF4-FFF2-40B4-BE49-F238E27FC236}">
                <a16:creationId xmlns:a16="http://schemas.microsoft.com/office/drawing/2014/main" id="{60BD5863-132B-9E24-707C-20F5EA092AE8}"/>
              </a:ext>
            </a:extLst>
          </p:cNvPr>
          <p:cNvSpPr>
            <a:spLocks noGrp="1"/>
          </p:cNvSpPr>
          <p:nvPr>
            <p:ph type="pic" sz="quarter" idx="16"/>
          </p:nvPr>
        </p:nvSpPr>
        <p:spPr>
          <a:xfrm>
            <a:off x="6505575" y="0"/>
            <a:ext cx="2638425" cy="5143500"/>
          </a:xfrm>
        </p:spPr>
        <p:txBody>
          <a:bodyPr/>
          <a:lstStyle/>
          <a:p>
            <a:r>
              <a:rPr lang="en-US"/>
              <a:t>Click icon to add picture</a:t>
            </a:r>
            <a:endParaRPr lang="de-CH"/>
          </a:p>
        </p:txBody>
      </p:sp>
    </p:spTree>
    <p:extLst>
      <p:ext uri="{BB962C8B-B14F-4D97-AF65-F5344CB8AC3E}">
        <p14:creationId xmlns:p14="http://schemas.microsoft.com/office/powerpoint/2010/main" val="3531024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0943-70D9-04A4-E067-B9E6E5AC8966}"/>
              </a:ext>
            </a:extLst>
          </p:cNvPr>
          <p:cNvSpPr>
            <a:spLocks noGrp="1"/>
          </p:cNvSpPr>
          <p:nvPr>
            <p:ph type="title" hasCustomPrompt="1"/>
          </p:nvPr>
        </p:nvSpPr>
        <p:spPr>
          <a:xfrm>
            <a:off x="473444" y="273844"/>
            <a:ext cx="8238756" cy="493718"/>
          </a:xfrm>
        </p:spPr>
        <p:txBody>
          <a:bodyPr lIns="0" tIns="0" rIns="0" bIns="0"/>
          <a:lstStyle>
            <a:lvl1pPr>
              <a:defRPr/>
            </a:lvl1pPr>
          </a:lstStyle>
          <a:p>
            <a:r>
              <a:rPr lang="en-US"/>
              <a:t>Click to add title</a:t>
            </a:r>
            <a:endParaRPr lang="de-CH"/>
          </a:p>
        </p:txBody>
      </p:sp>
      <p:sp>
        <p:nvSpPr>
          <p:cNvPr id="7" name="Text Placeholder 6">
            <a:extLst>
              <a:ext uri="{FF2B5EF4-FFF2-40B4-BE49-F238E27FC236}">
                <a16:creationId xmlns:a16="http://schemas.microsoft.com/office/drawing/2014/main" id="{472AFDDF-3698-47D2-3627-A45D53AE5586}"/>
              </a:ext>
            </a:extLst>
          </p:cNvPr>
          <p:cNvSpPr>
            <a:spLocks noGrp="1"/>
          </p:cNvSpPr>
          <p:nvPr>
            <p:ph type="body" sz="quarter" idx="13"/>
          </p:nvPr>
        </p:nvSpPr>
        <p:spPr>
          <a:xfrm>
            <a:off x="473578" y="1087936"/>
            <a:ext cx="8238622" cy="3241303"/>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2">
            <a:extLst>
              <a:ext uri="{FF2B5EF4-FFF2-40B4-BE49-F238E27FC236}">
                <a16:creationId xmlns:a16="http://schemas.microsoft.com/office/drawing/2014/main" id="{CAFA6544-18DC-3CD4-6AE5-3F069492CD82}"/>
              </a:ext>
            </a:extLst>
          </p:cNvPr>
          <p:cNvSpPr>
            <a:spLocks noGrp="1"/>
          </p:cNvSpPr>
          <p:nvPr>
            <p:ph type="ftr" sz="quarter" idx="14"/>
          </p:nvPr>
        </p:nvSpPr>
        <p:spPr/>
        <p:txBody>
          <a:bodyPr/>
          <a:lstStyle/>
          <a:p>
            <a:endParaRPr lang="de-CH" sz="900" dirty="0"/>
          </a:p>
        </p:txBody>
      </p:sp>
      <p:sp>
        <p:nvSpPr>
          <p:cNvPr id="4" name="Slide Number Placeholder 3">
            <a:extLst>
              <a:ext uri="{FF2B5EF4-FFF2-40B4-BE49-F238E27FC236}">
                <a16:creationId xmlns:a16="http://schemas.microsoft.com/office/drawing/2014/main" id="{F2683B7C-10DD-D96A-B851-7438B248F950}"/>
              </a:ext>
            </a:extLst>
          </p:cNvPr>
          <p:cNvSpPr>
            <a:spLocks noGrp="1"/>
          </p:cNvSpPr>
          <p:nvPr>
            <p:ph type="sldNum" sz="quarter" idx="15"/>
          </p:nvPr>
        </p:nvSpPr>
        <p:spPr/>
        <p:txBody>
          <a:bodyPr/>
          <a:lstStyle/>
          <a:p>
            <a:fld id="{E14D7B56-9DF5-4E8D-B448-5569FA30FAB2}" type="slidenum">
              <a:rPr lang="de-CH" smtClean="0"/>
              <a:pPr/>
              <a:t>‹#›</a:t>
            </a:fld>
            <a:endParaRPr lang="de-CH"/>
          </a:p>
        </p:txBody>
      </p:sp>
      <p:sp>
        <p:nvSpPr>
          <p:cNvPr id="9" name="Text Placeholder 5">
            <a:extLst>
              <a:ext uri="{FF2B5EF4-FFF2-40B4-BE49-F238E27FC236}">
                <a16:creationId xmlns:a16="http://schemas.microsoft.com/office/drawing/2014/main" id="{B73C1E11-48D1-B5E8-31F5-9D83FEBB502F}"/>
              </a:ext>
            </a:extLst>
          </p:cNvPr>
          <p:cNvSpPr>
            <a:spLocks noGrp="1"/>
          </p:cNvSpPr>
          <p:nvPr>
            <p:ph type="body" sz="quarter" idx="16" hasCustomPrompt="1"/>
          </p:nvPr>
        </p:nvSpPr>
        <p:spPr>
          <a:xfrm>
            <a:off x="473578" y="709830"/>
            <a:ext cx="8238622" cy="273050"/>
          </a:xfrm>
        </p:spPr>
        <p:txBody>
          <a:bodyPr lIns="0" tIns="0" rIns="0" bIns="0">
            <a:noAutofit/>
          </a:bodyPr>
          <a:lstStyle>
            <a:lvl1pPr marL="0" indent="0">
              <a:buNone/>
              <a:defRPr sz="2000" b="1">
                <a:solidFill>
                  <a:schemeClr val="tx2"/>
                </a:solidFill>
                <a:latin typeface="+mn-lt"/>
              </a:defRPr>
            </a:lvl1pPr>
            <a:lvl2pPr>
              <a:buNone/>
              <a:defRPr b="1"/>
            </a:lvl2pPr>
            <a:lvl3pPr>
              <a:buNone/>
              <a:defRPr b="1"/>
            </a:lvl3pPr>
            <a:lvl4pPr>
              <a:buNone/>
              <a:defRPr b="1"/>
            </a:lvl4pPr>
            <a:lvl5pPr>
              <a:buNone/>
              <a:defRPr b="1"/>
            </a:lvl5pPr>
          </a:lstStyle>
          <a:p>
            <a:pPr lvl="0"/>
            <a:r>
              <a:rPr lang="en-US" dirty="0"/>
              <a:t>Click to add subtitle</a:t>
            </a:r>
          </a:p>
        </p:txBody>
      </p:sp>
    </p:spTree>
    <p:extLst>
      <p:ext uri="{BB962C8B-B14F-4D97-AF65-F5344CB8AC3E}">
        <p14:creationId xmlns:p14="http://schemas.microsoft.com/office/powerpoint/2010/main" val="648939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8E31B-E529-54DA-EF5D-F5A2445245AD}"/>
              </a:ext>
            </a:extLst>
          </p:cNvPr>
          <p:cNvSpPr>
            <a:spLocks noGrp="1"/>
          </p:cNvSpPr>
          <p:nvPr>
            <p:ph type="title" hasCustomPrompt="1"/>
          </p:nvPr>
        </p:nvSpPr>
        <p:spPr/>
        <p:txBody>
          <a:bodyPr/>
          <a:lstStyle>
            <a:lvl1pPr>
              <a:defRPr/>
            </a:lvl1pPr>
          </a:lstStyle>
          <a:p>
            <a:r>
              <a:rPr lang="en-US" dirty="0"/>
              <a:t>Click to add title</a:t>
            </a:r>
            <a:endParaRPr lang="de-CH" dirty="0"/>
          </a:p>
        </p:txBody>
      </p:sp>
      <p:sp>
        <p:nvSpPr>
          <p:cNvPr id="6" name="Text Placeholder 5">
            <a:extLst>
              <a:ext uri="{FF2B5EF4-FFF2-40B4-BE49-F238E27FC236}">
                <a16:creationId xmlns:a16="http://schemas.microsoft.com/office/drawing/2014/main" id="{1F3A8296-DAA0-EA4B-0EB4-E3644CDC8B4D}"/>
              </a:ext>
            </a:extLst>
          </p:cNvPr>
          <p:cNvSpPr>
            <a:spLocks noGrp="1"/>
          </p:cNvSpPr>
          <p:nvPr>
            <p:ph type="body" sz="quarter" idx="12"/>
          </p:nvPr>
        </p:nvSpPr>
        <p:spPr>
          <a:xfrm>
            <a:off x="473444" y="915989"/>
            <a:ext cx="3954094" cy="3413252"/>
          </a:xfrm>
        </p:spPr>
        <p:txBody>
          <a:bodyPr/>
          <a:lstStyle>
            <a:lvl1pPr>
              <a:lnSpc>
                <a:spcPct val="114000"/>
              </a:lnSpc>
              <a:defRPr/>
            </a:lvl1pPr>
            <a:lvl2pPr>
              <a:lnSpc>
                <a:spcPct val="114000"/>
              </a:lnSpc>
              <a:defRPr/>
            </a:lvl2pPr>
            <a:lvl3pPr>
              <a:lnSpc>
                <a:spcPct val="114000"/>
              </a:lnSpc>
              <a:defRPr/>
            </a:lvl3pPr>
            <a:lvl4pPr>
              <a:lnSpc>
                <a:spcPct val="114000"/>
              </a:lnSpc>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5">
            <a:extLst>
              <a:ext uri="{FF2B5EF4-FFF2-40B4-BE49-F238E27FC236}">
                <a16:creationId xmlns:a16="http://schemas.microsoft.com/office/drawing/2014/main" id="{28C33A2A-FF60-B961-6033-B8443226015C}"/>
              </a:ext>
            </a:extLst>
          </p:cNvPr>
          <p:cNvSpPr>
            <a:spLocks noGrp="1"/>
          </p:cNvSpPr>
          <p:nvPr>
            <p:ph type="body" sz="quarter" idx="13"/>
          </p:nvPr>
        </p:nvSpPr>
        <p:spPr>
          <a:xfrm>
            <a:off x="4716464" y="915988"/>
            <a:ext cx="3995738" cy="3413252"/>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FDB0E66-B7A9-882D-FDE9-1F3C2A98173A}"/>
              </a:ext>
            </a:extLst>
          </p:cNvPr>
          <p:cNvSpPr>
            <a:spLocks noGrp="1"/>
          </p:cNvSpPr>
          <p:nvPr>
            <p:ph type="ftr" sz="quarter" idx="14"/>
          </p:nvPr>
        </p:nvSpPr>
        <p:spPr/>
        <p:txBody>
          <a:bodyPr/>
          <a:lstStyle/>
          <a:p>
            <a:endParaRPr lang="de-CH" sz="900" dirty="0"/>
          </a:p>
        </p:txBody>
      </p:sp>
      <p:sp>
        <p:nvSpPr>
          <p:cNvPr id="5" name="Slide Number Placeholder 4">
            <a:extLst>
              <a:ext uri="{FF2B5EF4-FFF2-40B4-BE49-F238E27FC236}">
                <a16:creationId xmlns:a16="http://schemas.microsoft.com/office/drawing/2014/main" id="{B86EC3E9-22B3-FBB8-6FA3-90C7A8C0F6BA}"/>
              </a:ext>
            </a:extLst>
          </p:cNvPr>
          <p:cNvSpPr>
            <a:spLocks noGrp="1"/>
          </p:cNvSpPr>
          <p:nvPr>
            <p:ph type="sldNum" sz="quarter" idx="15"/>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1221473899"/>
      </p:ext>
    </p:extLst>
  </p:cSld>
  <p:clrMapOvr>
    <a:masterClrMapping/>
  </p:clrMapOvr>
  <p:extLst>
    <p:ext uri="{DCECCB84-F9BA-43D5-87BE-67443E8EF086}">
      <p15:sldGuideLst xmlns:p15="http://schemas.microsoft.com/office/powerpoint/2012/main">
        <p15:guide id="3" pos="2789" userDrawn="1">
          <p15:clr>
            <a:srgbClr val="FBAE40"/>
          </p15:clr>
        </p15:guide>
        <p15:guide id="4" pos="297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0947-DCF8-097C-DD13-84158B653B52}"/>
              </a:ext>
            </a:extLst>
          </p:cNvPr>
          <p:cNvSpPr>
            <a:spLocks noGrp="1"/>
          </p:cNvSpPr>
          <p:nvPr>
            <p:ph type="title" hasCustomPrompt="1"/>
          </p:nvPr>
        </p:nvSpPr>
        <p:spPr>
          <a:xfrm>
            <a:off x="473444" y="273844"/>
            <a:ext cx="8238756" cy="493718"/>
          </a:xfrm>
        </p:spPr>
        <p:txBody>
          <a:bodyPr/>
          <a:lstStyle>
            <a:lvl1pPr>
              <a:defRPr/>
            </a:lvl1pPr>
          </a:lstStyle>
          <a:p>
            <a:r>
              <a:rPr lang="en-US"/>
              <a:t>Click to add title</a:t>
            </a:r>
            <a:endParaRPr lang="de-CH"/>
          </a:p>
        </p:txBody>
      </p:sp>
      <p:sp>
        <p:nvSpPr>
          <p:cNvPr id="6" name="Picture Placeholder 5">
            <a:extLst>
              <a:ext uri="{FF2B5EF4-FFF2-40B4-BE49-F238E27FC236}">
                <a16:creationId xmlns:a16="http://schemas.microsoft.com/office/drawing/2014/main" id="{E749ACBA-AB67-B261-0ED3-2067A00B5A7F}"/>
              </a:ext>
            </a:extLst>
          </p:cNvPr>
          <p:cNvSpPr>
            <a:spLocks noGrp="1"/>
          </p:cNvSpPr>
          <p:nvPr>
            <p:ph type="pic" sz="quarter" idx="12"/>
          </p:nvPr>
        </p:nvSpPr>
        <p:spPr>
          <a:xfrm>
            <a:off x="1" y="922689"/>
            <a:ext cx="6593764" cy="3412774"/>
          </a:xfrm>
          <a:prstGeom prst="roundRect">
            <a:avLst>
              <a:gd name="adj" fmla="val 0"/>
            </a:avLst>
          </a:prstGeom>
          <a:effectLst>
            <a:softEdge rad="0"/>
          </a:effectLst>
        </p:spPr>
        <p:txBody>
          <a:bodyPr/>
          <a:lstStyle>
            <a:lvl1pPr>
              <a:buNone/>
              <a:defRPr/>
            </a:lvl1pPr>
          </a:lstStyle>
          <a:p>
            <a:r>
              <a:rPr lang="en-US"/>
              <a:t>Click icon to add picture</a:t>
            </a:r>
            <a:endParaRPr lang="de-CH"/>
          </a:p>
        </p:txBody>
      </p:sp>
      <p:sp>
        <p:nvSpPr>
          <p:cNvPr id="8" name="Text Placeholder 7">
            <a:extLst>
              <a:ext uri="{FF2B5EF4-FFF2-40B4-BE49-F238E27FC236}">
                <a16:creationId xmlns:a16="http://schemas.microsoft.com/office/drawing/2014/main" id="{ED40095B-0699-FBE0-2925-1DFD62B632AE}"/>
              </a:ext>
            </a:extLst>
          </p:cNvPr>
          <p:cNvSpPr>
            <a:spLocks noGrp="1"/>
          </p:cNvSpPr>
          <p:nvPr>
            <p:ph type="body" sz="quarter" idx="13" hasCustomPrompt="1"/>
          </p:nvPr>
        </p:nvSpPr>
        <p:spPr>
          <a:xfrm>
            <a:off x="6732588" y="922689"/>
            <a:ext cx="1979612" cy="3412774"/>
          </a:xfrm>
        </p:spPr>
        <p:txBody>
          <a:bodyPr/>
          <a:lstStyle>
            <a:lvl1pPr marL="0" indent="0">
              <a:spcBef>
                <a:spcPts val="0"/>
              </a:spcBef>
              <a:buNone/>
              <a:defRPr/>
            </a:lvl1pPr>
            <a:lvl2pPr>
              <a:buNone/>
              <a:defRPr/>
            </a:lvl2pPr>
            <a:lvl3pPr>
              <a:buNone/>
              <a:defRPr/>
            </a:lvl3pPr>
            <a:lvl4pPr>
              <a:buNone/>
              <a:defRPr/>
            </a:lvl4pPr>
            <a:lvl5pPr>
              <a:buNone/>
              <a:defRPr/>
            </a:lvl5pPr>
          </a:lstStyle>
          <a:p>
            <a:pPr lvl="0"/>
            <a:r>
              <a:rPr lang="en-US"/>
              <a:t>Click to add text</a:t>
            </a:r>
            <a:endParaRPr lang="de-CH"/>
          </a:p>
        </p:txBody>
      </p:sp>
      <p:sp>
        <p:nvSpPr>
          <p:cNvPr id="4" name="Footer Placeholder 3">
            <a:extLst>
              <a:ext uri="{FF2B5EF4-FFF2-40B4-BE49-F238E27FC236}">
                <a16:creationId xmlns:a16="http://schemas.microsoft.com/office/drawing/2014/main" id="{1CF4D4F0-BB52-2D28-2604-8E591F54E183}"/>
              </a:ext>
            </a:extLst>
          </p:cNvPr>
          <p:cNvSpPr>
            <a:spLocks noGrp="1"/>
          </p:cNvSpPr>
          <p:nvPr>
            <p:ph type="ftr" sz="quarter" idx="14"/>
          </p:nvPr>
        </p:nvSpPr>
        <p:spPr/>
        <p:txBody>
          <a:bodyPr/>
          <a:lstStyle/>
          <a:p>
            <a:endParaRPr lang="de-CH" sz="900" dirty="0"/>
          </a:p>
        </p:txBody>
      </p:sp>
      <p:sp>
        <p:nvSpPr>
          <p:cNvPr id="5" name="Slide Number Placeholder 4">
            <a:extLst>
              <a:ext uri="{FF2B5EF4-FFF2-40B4-BE49-F238E27FC236}">
                <a16:creationId xmlns:a16="http://schemas.microsoft.com/office/drawing/2014/main" id="{D8D8B752-A962-8143-25FD-4ADF451E0E07}"/>
              </a:ext>
            </a:extLst>
          </p:cNvPr>
          <p:cNvSpPr>
            <a:spLocks noGrp="1"/>
          </p:cNvSpPr>
          <p:nvPr>
            <p:ph type="sldNum" sz="quarter" idx="15"/>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2073814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613ED-ED31-BFA1-D374-C723C949E058}"/>
              </a:ext>
            </a:extLst>
          </p:cNvPr>
          <p:cNvSpPr>
            <a:spLocks noGrp="1"/>
          </p:cNvSpPr>
          <p:nvPr>
            <p:ph type="title" hasCustomPrompt="1"/>
          </p:nvPr>
        </p:nvSpPr>
        <p:spPr/>
        <p:txBody>
          <a:bodyPr/>
          <a:lstStyle>
            <a:lvl1pPr>
              <a:defRPr/>
            </a:lvl1pPr>
          </a:lstStyle>
          <a:p>
            <a:r>
              <a:rPr lang="en-US"/>
              <a:t>Click to add title</a:t>
            </a:r>
            <a:endParaRPr lang="de-CH"/>
          </a:p>
        </p:txBody>
      </p:sp>
      <p:sp>
        <p:nvSpPr>
          <p:cNvPr id="8" name="Picture Placeholder 5">
            <a:extLst>
              <a:ext uri="{FF2B5EF4-FFF2-40B4-BE49-F238E27FC236}">
                <a16:creationId xmlns:a16="http://schemas.microsoft.com/office/drawing/2014/main" id="{2400E9F1-8329-271F-5A8A-782FEA66DC64}"/>
              </a:ext>
            </a:extLst>
          </p:cNvPr>
          <p:cNvSpPr>
            <a:spLocks noGrp="1"/>
          </p:cNvSpPr>
          <p:nvPr>
            <p:ph type="pic" sz="quarter" idx="12"/>
          </p:nvPr>
        </p:nvSpPr>
        <p:spPr>
          <a:xfrm>
            <a:off x="0" y="922689"/>
            <a:ext cx="9143999" cy="3414642"/>
          </a:xfrm>
          <a:prstGeom prst="roundRect">
            <a:avLst>
              <a:gd name="adj" fmla="val 0"/>
            </a:avLst>
          </a:prstGeom>
        </p:spPr>
        <p:txBody>
          <a:bodyPr/>
          <a:lstStyle>
            <a:lvl1pPr>
              <a:buNone/>
              <a:defRPr/>
            </a:lvl1pPr>
          </a:lstStyle>
          <a:p>
            <a:r>
              <a:rPr lang="en-US"/>
              <a:t>Click icon to add picture</a:t>
            </a:r>
            <a:endParaRPr lang="de-CH"/>
          </a:p>
        </p:txBody>
      </p:sp>
      <p:sp>
        <p:nvSpPr>
          <p:cNvPr id="10" name="Footer Placeholder 9">
            <a:extLst>
              <a:ext uri="{FF2B5EF4-FFF2-40B4-BE49-F238E27FC236}">
                <a16:creationId xmlns:a16="http://schemas.microsoft.com/office/drawing/2014/main" id="{60D5F3EA-C07A-CE4F-C6F9-7A8C6972B3A0}"/>
              </a:ext>
            </a:extLst>
          </p:cNvPr>
          <p:cNvSpPr>
            <a:spLocks noGrp="1"/>
          </p:cNvSpPr>
          <p:nvPr>
            <p:ph type="ftr" sz="quarter" idx="13"/>
          </p:nvPr>
        </p:nvSpPr>
        <p:spPr/>
        <p:txBody>
          <a:bodyPr/>
          <a:lstStyle/>
          <a:p>
            <a:endParaRPr lang="de-CH" sz="900" dirty="0"/>
          </a:p>
        </p:txBody>
      </p:sp>
      <p:sp>
        <p:nvSpPr>
          <p:cNvPr id="11" name="Slide Number Placeholder 10">
            <a:extLst>
              <a:ext uri="{FF2B5EF4-FFF2-40B4-BE49-F238E27FC236}">
                <a16:creationId xmlns:a16="http://schemas.microsoft.com/office/drawing/2014/main" id="{2CDFC50C-2F73-2188-0112-41571673F87D}"/>
              </a:ext>
            </a:extLst>
          </p:cNvPr>
          <p:cNvSpPr>
            <a:spLocks noGrp="1"/>
          </p:cNvSpPr>
          <p:nvPr>
            <p:ph type="sldNum" sz="quarter" idx="14"/>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4165867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Images and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CC7BF98-D031-7199-3344-9E91340F5B3D}"/>
              </a:ext>
            </a:extLst>
          </p:cNvPr>
          <p:cNvSpPr>
            <a:spLocks noGrp="1"/>
          </p:cNvSpPr>
          <p:nvPr>
            <p:ph type="pic" sz="quarter" idx="22"/>
          </p:nvPr>
        </p:nvSpPr>
        <p:spPr>
          <a:xfrm>
            <a:off x="4716463" y="922338"/>
            <a:ext cx="4427538" cy="3155950"/>
          </a:xfrm>
        </p:spPr>
        <p:txBody>
          <a:bodyPr/>
          <a:lstStyle>
            <a:lvl1pPr>
              <a:buNone/>
              <a:defRPr/>
            </a:lvl1pPr>
          </a:lstStyle>
          <a:p>
            <a:r>
              <a:rPr lang="en-US"/>
              <a:t>Click icon to add picture</a:t>
            </a:r>
            <a:endParaRPr lang="de-CH" dirty="0"/>
          </a:p>
        </p:txBody>
      </p:sp>
      <p:sp>
        <p:nvSpPr>
          <p:cNvPr id="2" name="Title 1">
            <a:extLst>
              <a:ext uri="{FF2B5EF4-FFF2-40B4-BE49-F238E27FC236}">
                <a16:creationId xmlns:a16="http://schemas.microsoft.com/office/drawing/2014/main" id="{7798E31B-E529-54DA-EF5D-F5A2445245AD}"/>
              </a:ext>
            </a:extLst>
          </p:cNvPr>
          <p:cNvSpPr>
            <a:spLocks noGrp="1"/>
          </p:cNvSpPr>
          <p:nvPr>
            <p:ph type="title" hasCustomPrompt="1"/>
          </p:nvPr>
        </p:nvSpPr>
        <p:spPr/>
        <p:txBody>
          <a:bodyPr/>
          <a:lstStyle>
            <a:lvl1pPr>
              <a:defRPr/>
            </a:lvl1pPr>
          </a:lstStyle>
          <a:p>
            <a:r>
              <a:rPr lang="en-US"/>
              <a:t>Click to add title</a:t>
            </a:r>
            <a:endParaRPr lang="de-CH"/>
          </a:p>
        </p:txBody>
      </p:sp>
      <p:sp>
        <p:nvSpPr>
          <p:cNvPr id="9" name="Text Placeholder 6">
            <a:extLst>
              <a:ext uri="{FF2B5EF4-FFF2-40B4-BE49-F238E27FC236}">
                <a16:creationId xmlns:a16="http://schemas.microsoft.com/office/drawing/2014/main" id="{C6A466F9-9A06-768E-B229-561CE4FA2F3C}"/>
              </a:ext>
            </a:extLst>
          </p:cNvPr>
          <p:cNvSpPr>
            <a:spLocks noGrp="1"/>
          </p:cNvSpPr>
          <p:nvPr>
            <p:ph type="body" sz="quarter" idx="14" hasCustomPrompt="1"/>
          </p:nvPr>
        </p:nvSpPr>
        <p:spPr>
          <a:xfrm>
            <a:off x="497721" y="4220810"/>
            <a:ext cx="3929817" cy="206761"/>
          </a:xfrm>
        </p:spPr>
        <p:txBody>
          <a:bodyPr>
            <a:normAutofit/>
          </a:bodyPr>
          <a:lstStyle>
            <a:lvl1pPr marL="0" indent="0" algn="l">
              <a:spcBef>
                <a:spcPts val="0"/>
              </a:spcBef>
              <a:buNone/>
              <a:defRPr sz="1100"/>
            </a:lvl1pPr>
            <a:lvl2pPr>
              <a:buNone/>
              <a:defRPr/>
            </a:lvl2pPr>
            <a:lvl3pPr>
              <a:buNone/>
              <a:defRPr/>
            </a:lvl3pPr>
            <a:lvl4pPr>
              <a:buNone/>
              <a:defRPr/>
            </a:lvl4pPr>
            <a:lvl5pPr>
              <a:buNone/>
              <a:defRPr/>
            </a:lvl5pPr>
          </a:lstStyle>
          <a:p>
            <a:pPr lvl="0"/>
            <a:r>
              <a:rPr lang="en-US"/>
              <a:t>Image caption</a:t>
            </a:r>
          </a:p>
        </p:txBody>
      </p:sp>
      <p:sp>
        <p:nvSpPr>
          <p:cNvPr id="11" name="Picture Placeholder 5">
            <a:extLst>
              <a:ext uri="{FF2B5EF4-FFF2-40B4-BE49-F238E27FC236}">
                <a16:creationId xmlns:a16="http://schemas.microsoft.com/office/drawing/2014/main" id="{62333E61-170C-3E12-37E7-4DA427475009}"/>
              </a:ext>
            </a:extLst>
          </p:cNvPr>
          <p:cNvSpPr>
            <a:spLocks noGrp="1"/>
          </p:cNvSpPr>
          <p:nvPr>
            <p:ph type="pic" sz="quarter" idx="12"/>
          </p:nvPr>
        </p:nvSpPr>
        <p:spPr>
          <a:xfrm>
            <a:off x="0" y="922688"/>
            <a:ext cx="4427539" cy="3155697"/>
          </a:xfrm>
          <a:prstGeom prst="roundRect">
            <a:avLst>
              <a:gd name="adj" fmla="val 0"/>
            </a:avLst>
          </a:prstGeom>
        </p:spPr>
        <p:txBody>
          <a:bodyPr/>
          <a:lstStyle>
            <a:lvl1pPr>
              <a:buNone/>
              <a:defRPr/>
            </a:lvl1pPr>
          </a:lstStyle>
          <a:p>
            <a:r>
              <a:rPr lang="en-US"/>
              <a:t>Click icon to add picture</a:t>
            </a:r>
            <a:endParaRPr lang="de-CH"/>
          </a:p>
        </p:txBody>
      </p:sp>
      <p:sp>
        <p:nvSpPr>
          <p:cNvPr id="7" name="Text Placeholder 6">
            <a:extLst>
              <a:ext uri="{FF2B5EF4-FFF2-40B4-BE49-F238E27FC236}">
                <a16:creationId xmlns:a16="http://schemas.microsoft.com/office/drawing/2014/main" id="{3D8F9B7B-B1BB-AC22-49DF-2A5EC85A5284}"/>
              </a:ext>
            </a:extLst>
          </p:cNvPr>
          <p:cNvSpPr>
            <a:spLocks noGrp="1"/>
          </p:cNvSpPr>
          <p:nvPr>
            <p:ph type="body" sz="quarter" idx="19" hasCustomPrompt="1"/>
          </p:nvPr>
        </p:nvSpPr>
        <p:spPr>
          <a:xfrm>
            <a:off x="4716463" y="4220810"/>
            <a:ext cx="3972527" cy="206761"/>
          </a:xfrm>
        </p:spPr>
        <p:txBody>
          <a:bodyPr>
            <a:normAutofit/>
          </a:bodyPr>
          <a:lstStyle>
            <a:lvl1pPr marL="0" indent="0" algn="l">
              <a:spcBef>
                <a:spcPts val="0"/>
              </a:spcBef>
              <a:buNone/>
              <a:defRPr sz="1100"/>
            </a:lvl1pPr>
            <a:lvl2pPr>
              <a:buNone/>
              <a:defRPr/>
            </a:lvl2pPr>
            <a:lvl3pPr>
              <a:buNone/>
              <a:defRPr/>
            </a:lvl3pPr>
            <a:lvl4pPr>
              <a:buNone/>
              <a:defRPr/>
            </a:lvl4pPr>
            <a:lvl5pPr>
              <a:buNone/>
              <a:defRPr/>
            </a:lvl5pPr>
          </a:lstStyle>
          <a:p>
            <a:pPr lvl="0"/>
            <a:r>
              <a:rPr lang="en-US"/>
              <a:t>Image caption</a:t>
            </a:r>
          </a:p>
        </p:txBody>
      </p:sp>
      <p:sp>
        <p:nvSpPr>
          <p:cNvPr id="3" name="Footer Placeholder 2">
            <a:extLst>
              <a:ext uri="{FF2B5EF4-FFF2-40B4-BE49-F238E27FC236}">
                <a16:creationId xmlns:a16="http://schemas.microsoft.com/office/drawing/2014/main" id="{CE2A8C32-51D8-18CB-9A8B-8801E1032734}"/>
              </a:ext>
            </a:extLst>
          </p:cNvPr>
          <p:cNvSpPr>
            <a:spLocks noGrp="1"/>
          </p:cNvSpPr>
          <p:nvPr>
            <p:ph type="ftr" sz="quarter" idx="20"/>
          </p:nvPr>
        </p:nvSpPr>
        <p:spPr/>
        <p:txBody>
          <a:bodyPr/>
          <a:lstStyle/>
          <a:p>
            <a:endParaRPr lang="de-CH" sz="900" dirty="0"/>
          </a:p>
        </p:txBody>
      </p:sp>
      <p:sp>
        <p:nvSpPr>
          <p:cNvPr id="4" name="Slide Number Placeholder 3">
            <a:extLst>
              <a:ext uri="{FF2B5EF4-FFF2-40B4-BE49-F238E27FC236}">
                <a16:creationId xmlns:a16="http://schemas.microsoft.com/office/drawing/2014/main" id="{CCE7FAFB-A9BA-32D1-4589-64FD3BF809EB}"/>
              </a:ext>
            </a:extLst>
          </p:cNvPr>
          <p:cNvSpPr>
            <a:spLocks noGrp="1"/>
          </p:cNvSpPr>
          <p:nvPr>
            <p:ph type="sldNum" sz="quarter" idx="21"/>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368974674"/>
      </p:ext>
    </p:extLst>
  </p:cSld>
  <p:clrMapOvr>
    <a:masterClrMapping/>
  </p:clrMapOvr>
  <p:extLst>
    <p:ext uri="{DCECCB84-F9BA-43D5-87BE-67443E8EF086}">
      <p15:sldGuideLst xmlns:p15="http://schemas.microsoft.com/office/powerpoint/2012/main">
        <p15:guide id="3" pos="2789" userDrawn="1">
          <p15:clr>
            <a:srgbClr val="FBAE40"/>
          </p15:clr>
        </p15:guide>
        <p15:guide id="4" pos="297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8E31B-E529-54DA-EF5D-F5A2445245AD}"/>
              </a:ext>
            </a:extLst>
          </p:cNvPr>
          <p:cNvSpPr>
            <a:spLocks noGrp="1"/>
          </p:cNvSpPr>
          <p:nvPr>
            <p:ph type="title" hasCustomPrompt="1"/>
          </p:nvPr>
        </p:nvSpPr>
        <p:spPr/>
        <p:txBody>
          <a:bodyPr/>
          <a:lstStyle>
            <a:lvl1pPr>
              <a:defRPr/>
            </a:lvl1pPr>
          </a:lstStyle>
          <a:p>
            <a:r>
              <a:rPr lang="en-US"/>
              <a:t>Click to add title</a:t>
            </a:r>
            <a:endParaRPr lang="de-CH"/>
          </a:p>
        </p:txBody>
      </p:sp>
      <p:sp>
        <p:nvSpPr>
          <p:cNvPr id="6" name="Text Placeholder 5">
            <a:extLst>
              <a:ext uri="{FF2B5EF4-FFF2-40B4-BE49-F238E27FC236}">
                <a16:creationId xmlns:a16="http://schemas.microsoft.com/office/drawing/2014/main" id="{DAA6DDA9-7BE9-F15A-CF8F-C29988B3214A}"/>
              </a:ext>
            </a:extLst>
          </p:cNvPr>
          <p:cNvSpPr>
            <a:spLocks noGrp="1"/>
          </p:cNvSpPr>
          <p:nvPr>
            <p:ph type="body" sz="quarter" idx="16" hasCustomPrompt="1"/>
          </p:nvPr>
        </p:nvSpPr>
        <p:spPr>
          <a:xfrm>
            <a:off x="473444" y="922338"/>
            <a:ext cx="3944569" cy="3521075"/>
          </a:xfrm>
        </p:spPr>
        <p:txBody>
          <a:bodyPr/>
          <a:lstStyle>
            <a:lvl1pPr marL="0">
              <a:spcBef>
                <a:spcPts val="0"/>
              </a:spcBef>
              <a:buNone/>
              <a:defRPr/>
            </a:lvl1pPr>
          </a:lstStyle>
          <a:p>
            <a:pPr lvl="0"/>
            <a:r>
              <a:rPr lang="en-US"/>
              <a:t>Click to add text</a:t>
            </a:r>
          </a:p>
        </p:txBody>
      </p:sp>
      <p:sp>
        <p:nvSpPr>
          <p:cNvPr id="4" name="Footer Placeholder 3">
            <a:extLst>
              <a:ext uri="{FF2B5EF4-FFF2-40B4-BE49-F238E27FC236}">
                <a16:creationId xmlns:a16="http://schemas.microsoft.com/office/drawing/2014/main" id="{D9A514A1-72FF-F9A8-3580-2295F1341D78}"/>
              </a:ext>
            </a:extLst>
          </p:cNvPr>
          <p:cNvSpPr>
            <a:spLocks noGrp="1"/>
          </p:cNvSpPr>
          <p:nvPr>
            <p:ph type="ftr" sz="quarter" idx="17"/>
          </p:nvPr>
        </p:nvSpPr>
        <p:spPr/>
        <p:txBody>
          <a:bodyPr/>
          <a:lstStyle/>
          <a:p>
            <a:endParaRPr lang="de-CH" sz="900" dirty="0"/>
          </a:p>
        </p:txBody>
      </p:sp>
      <p:sp>
        <p:nvSpPr>
          <p:cNvPr id="5" name="Slide Number Placeholder 4">
            <a:extLst>
              <a:ext uri="{FF2B5EF4-FFF2-40B4-BE49-F238E27FC236}">
                <a16:creationId xmlns:a16="http://schemas.microsoft.com/office/drawing/2014/main" id="{E45BB4ED-CE4C-A5A2-A846-823B21939512}"/>
              </a:ext>
            </a:extLst>
          </p:cNvPr>
          <p:cNvSpPr>
            <a:spLocks noGrp="1"/>
          </p:cNvSpPr>
          <p:nvPr>
            <p:ph type="sldNum" sz="quarter" idx="18"/>
          </p:nvPr>
        </p:nvSpPr>
        <p:spPr/>
        <p:txBody>
          <a:bodyPr/>
          <a:lstStyle/>
          <a:p>
            <a:fld id="{E14D7B56-9DF5-4E8D-B448-5569FA30FAB2}" type="slidenum">
              <a:rPr lang="de-CH" smtClean="0"/>
              <a:pPr/>
              <a:t>‹#›</a:t>
            </a:fld>
            <a:endParaRPr lang="de-CH"/>
          </a:p>
        </p:txBody>
      </p:sp>
      <p:sp>
        <p:nvSpPr>
          <p:cNvPr id="3" name="Picture Placeholder 5">
            <a:extLst>
              <a:ext uri="{FF2B5EF4-FFF2-40B4-BE49-F238E27FC236}">
                <a16:creationId xmlns:a16="http://schemas.microsoft.com/office/drawing/2014/main" id="{4B4D148E-07FB-04E6-902F-A6A028B4B57D}"/>
              </a:ext>
            </a:extLst>
          </p:cNvPr>
          <p:cNvSpPr>
            <a:spLocks noGrp="1"/>
          </p:cNvSpPr>
          <p:nvPr>
            <p:ph type="pic" sz="quarter" idx="22"/>
          </p:nvPr>
        </p:nvSpPr>
        <p:spPr>
          <a:xfrm>
            <a:off x="4716463" y="922338"/>
            <a:ext cx="4427538" cy="3155950"/>
          </a:xfrm>
        </p:spPr>
        <p:txBody>
          <a:bodyPr/>
          <a:lstStyle>
            <a:lvl1pPr>
              <a:buNone/>
              <a:defRPr/>
            </a:lvl1pPr>
          </a:lstStyle>
          <a:p>
            <a:r>
              <a:rPr lang="en-US"/>
              <a:t>Click icon to add picture</a:t>
            </a:r>
            <a:endParaRPr lang="de-CH" dirty="0"/>
          </a:p>
        </p:txBody>
      </p:sp>
      <p:sp>
        <p:nvSpPr>
          <p:cNvPr id="7" name="Text Placeholder 6">
            <a:extLst>
              <a:ext uri="{FF2B5EF4-FFF2-40B4-BE49-F238E27FC236}">
                <a16:creationId xmlns:a16="http://schemas.microsoft.com/office/drawing/2014/main" id="{AA814E36-13EA-F48C-32D9-CE387CBF39A3}"/>
              </a:ext>
            </a:extLst>
          </p:cNvPr>
          <p:cNvSpPr>
            <a:spLocks noGrp="1"/>
          </p:cNvSpPr>
          <p:nvPr>
            <p:ph type="body" sz="quarter" idx="19" hasCustomPrompt="1"/>
          </p:nvPr>
        </p:nvSpPr>
        <p:spPr>
          <a:xfrm>
            <a:off x="4716463" y="4220810"/>
            <a:ext cx="3972527" cy="206761"/>
          </a:xfrm>
        </p:spPr>
        <p:txBody>
          <a:bodyPr>
            <a:normAutofit/>
          </a:bodyPr>
          <a:lstStyle>
            <a:lvl1pPr marL="0" indent="0" algn="l">
              <a:spcBef>
                <a:spcPts val="0"/>
              </a:spcBef>
              <a:buNone/>
              <a:defRPr sz="1100"/>
            </a:lvl1pPr>
            <a:lvl2pPr>
              <a:buNone/>
              <a:defRPr/>
            </a:lvl2pPr>
            <a:lvl3pPr>
              <a:buNone/>
              <a:defRPr/>
            </a:lvl3pPr>
            <a:lvl4pPr>
              <a:buNone/>
              <a:defRPr/>
            </a:lvl4pPr>
            <a:lvl5pPr>
              <a:buNone/>
              <a:defRPr/>
            </a:lvl5pPr>
          </a:lstStyle>
          <a:p>
            <a:pPr lvl="0"/>
            <a:r>
              <a:rPr lang="en-US"/>
              <a:t>Image caption</a:t>
            </a:r>
          </a:p>
        </p:txBody>
      </p:sp>
    </p:spTree>
    <p:extLst>
      <p:ext uri="{BB962C8B-B14F-4D97-AF65-F5344CB8AC3E}">
        <p14:creationId xmlns:p14="http://schemas.microsoft.com/office/powerpoint/2010/main" val="2971120737"/>
      </p:ext>
    </p:extLst>
  </p:cSld>
  <p:clrMapOvr>
    <a:masterClrMapping/>
  </p:clrMapOvr>
  <p:extLst>
    <p:ext uri="{DCECCB84-F9BA-43D5-87BE-67443E8EF086}">
      <p15:sldGuideLst xmlns:p15="http://schemas.microsoft.com/office/powerpoint/2012/main">
        <p15:guide id="3" pos="2789" userDrawn="1">
          <p15:clr>
            <a:srgbClr val="FBAE40"/>
          </p15:clr>
        </p15:guide>
        <p15:guide id="4" pos="29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Images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8E31B-E529-54DA-EF5D-F5A2445245AD}"/>
              </a:ext>
            </a:extLst>
          </p:cNvPr>
          <p:cNvSpPr>
            <a:spLocks noGrp="1"/>
          </p:cNvSpPr>
          <p:nvPr>
            <p:ph type="title" hasCustomPrompt="1"/>
          </p:nvPr>
        </p:nvSpPr>
        <p:spPr/>
        <p:txBody>
          <a:bodyPr/>
          <a:lstStyle>
            <a:lvl1pPr>
              <a:defRPr/>
            </a:lvl1pPr>
          </a:lstStyle>
          <a:p>
            <a:r>
              <a:rPr lang="en-US"/>
              <a:t>Click to add title</a:t>
            </a:r>
            <a:endParaRPr lang="de-CH"/>
          </a:p>
        </p:txBody>
      </p:sp>
      <p:sp>
        <p:nvSpPr>
          <p:cNvPr id="21" name="Picture Placeholder 5">
            <a:extLst>
              <a:ext uri="{FF2B5EF4-FFF2-40B4-BE49-F238E27FC236}">
                <a16:creationId xmlns:a16="http://schemas.microsoft.com/office/drawing/2014/main" id="{24FFA915-C129-2D51-9359-FED1D7392D09}"/>
              </a:ext>
            </a:extLst>
          </p:cNvPr>
          <p:cNvSpPr>
            <a:spLocks noGrp="1"/>
          </p:cNvSpPr>
          <p:nvPr>
            <p:ph type="pic" sz="quarter" idx="12"/>
          </p:nvPr>
        </p:nvSpPr>
        <p:spPr>
          <a:xfrm>
            <a:off x="0" y="922688"/>
            <a:ext cx="2816619" cy="3179973"/>
          </a:xfrm>
          <a:prstGeom prst="roundRect">
            <a:avLst>
              <a:gd name="adj" fmla="val 0"/>
            </a:avLst>
          </a:prstGeom>
        </p:spPr>
        <p:txBody>
          <a:bodyPr/>
          <a:lstStyle>
            <a:lvl1pPr>
              <a:buNone/>
              <a:defRPr/>
            </a:lvl1pPr>
          </a:lstStyle>
          <a:p>
            <a:r>
              <a:rPr lang="en-US"/>
              <a:t>Click icon to add picture</a:t>
            </a:r>
            <a:endParaRPr lang="de-CH"/>
          </a:p>
        </p:txBody>
      </p:sp>
      <p:sp>
        <p:nvSpPr>
          <p:cNvPr id="6" name="Picture Placeholder 5">
            <a:extLst>
              <a:ext uri="{FF2B5EF4-FFF2-40B4-BE49-F238E27FC236}">
                <a16:creationId xmlns:a16="http://schemas.microsoft.com/office/drawing/2014/main" id="{B8F3138C-EC75-E351-A419-029A2CC4AAEE}"/>
              </a:ext>
            </a:extLst>
          </p:cNvPr>
          <p:cNvSpPr>
            <a:spLocks noGrp="1"/>
          </p:cNvSpPr>
          <p:nvPr>
            <p:ph type="pic" sz="quarter" idx="22"/>
          </p:nvPr>
        </p:nvSpPr>
        <p:spPr>
          <a:xfrm>
            <a:off x="3163734" y="922689"/>
            <a:ext cx="2816619" cy="3179972"/>
          </a:xfrm>
          <a:prstGeom prst="roundRect">
            <a:avLst>
              <a:gd name="adj" fmla="val 0"/>
            </a:avLst>
          </a:prstGeom>
        </p:spPr>
        <p:txBody>
          <a:bodyPr/>
          <a:lstStyle>
            <a:lvl1pPr>
              <a:buNone/>
              <a:defRPr/>
            </a:lvl1pPr>
          </a:lstStyle>
          <a:p>
            <a:r>
              <a:rPr lang="en-US"/>
              <a:t>Click icon to add picture</a:t>
            </a:r>
            <a:endParaRPr lang="de-CH"/>
          </a:p>
        </p:txBody>
      </p:sp>
      <p:sp>
        <p:nvSpPr>
          <p:cNvPr id="7" name="Picture Placeholder 5">
            <a:extLst>
              <a:ext uri="{FF2B5EF4-FFF2-40B4-BE49-F238E27FC236}">
                <a16:creationId xmlns:a16="http://schemas.microsoft.com/office/drawing/2014/main" id="{7016BBD0-D784-74E1-902A-EEEECC3C7055}"/>
              </a:ext>
            </a:extLst>
          </p:cNvPr>
          <p:cNvSpPr>
            <a:spLocks noGrp="1"/>
          </p:cNvSpPr>
          <p:nvPr>
            <p:ph type="pic" sz="quarter" idx="23"/>
          </p:nvPr>
        </p:nvSpPr>
        <p:spPr>
          <a:xfrm>
            <a:off x="6327381" y="922688"/>
            <a:ext cx="2816619" cy="3179971"/>
          </a:xfrm>
          <a:prstGeom prst="roundRect">
            <a:avLst>
              <a:gd name="adj" fmla="val 0"/>
            </a:avLst>
          </a:prstGeom>
        </p:spPr>
        <p:txBody>
          <a:bodyPr/>
          <a:lstStyle>
            <a:lvl1pPr>
              <a:buNone/>
              <a:defRPr/>
            </a:lvl1pPr>
          </a:lstStyle>
          <a:p>
            <a:r>
              <a:rPr lang="en-US"/>
              <a:t>Click icon to add picture</a:t>
            </a:r>
            <a:endParaRPr lang="de-CH"/>
          </a:p>
        </p:txBody>
      </p:sp>
      <p:sp>
        <p:nvSpPr>
          <p:cNvPr id="10" name="Text Placeholder 6">
            <a:extLst>
              <a:ext uri="{FF2B5EF4-FFF2-40B4-BE49-F238E27FC236}">
                <a16:creationId xmlns:a16="http://schemas.microsoft.com/office/drawing/2014/main" id="{46DFF9EA-F83D-2A82-D3A4-ACAFE11BE52A}"/>
              </a:ext>
            </a:extLst>
          </p:cNvPr>
          <p:cNvSpPr>
            <a:spLocks noGrp="1"/>
          </p:cNvSpPr>
          <p:nvPr>
            <p:ph type="body" sz="quarter" idx="26" hasCustomPrompt="1"/>
          </p:nvPr>
        </p:nvSpPr>
        <p:spPr>
          <a:xfrm>
            <a:off x="497722" y="4220810"/>
            <a:ext cx="2318898" cy="206761"/>
          </a:xfrm>
        </p:spPr>
        <p:txBody>
          <a:bodyPr>
            <a:normAutofit/>
          </a:bodyPr>
          <a:lstStyle>
            <a:lvl1pPr marL="0" indent="0" algn="l">
              <a:spcBef>
                <a:spcPts val="0"/>
              </a:spcBef>
              <a:buNone/>
              <a:defRPr sz="1100"/>
            </a:lvl1pPr>
            <a:lvl2pPr>
              <a:buNone/>
              <a:defRPr/>
            </a:lvl2pPr>
            <a:lvl3pPr>
              <a:buNone/>
              <a:defRPr/>
            </a:lvl3pPr>
            <a:lvl4pPr>
              <a:buNone/>
              <a:defRPr/>
            </a:lvl4pPr>
            <a:lvl5pPr>
              <a:buNone/>
              <a:defRPr/>
            </a:lvl5pPr>
          </a:lstStyle>
          <a:p>
            <a:pPr lvl="0"/>
            <a:r>
              <a:rPr lang="en-US"/>
              <a:t>Image caption</a:t>
            </a:r>
          </a:p>
        </p:txBody>
      </p:sp>
      <p:sp>
        <p:nvSpPr>
          <p:cNvPr id="11" name="Text Placeholder 6">
            <a:extLst>
              <a:ext uri="{FF2B5EF4-FFF2-40B4-BE49-F238E27FC236}">
                <a16:creationId xmlns:a16="http://schemas.microsoft.com/office/drawing/2014/main" id="{B7973893-BFCF-629D-BE66-EE5C7E315026}"/>
              </a:ext>
            </a:extLst>
          </p:cNvPr>
          <p:cNvSpPr>
            <a:spLocks noGrp="1"/>
          </p:cNvSpPr>
          <p:nvPr>
            <p:ph type="body" sz="quarter" idx="27" hasCustomPrompt="1"/>
          </p:nvPr>
        </p:nvSpPr>
        <p:spPr>
          <a:xfrm>
            <a:off x="3163734" y="4231707"/>
            <a:ext cx="2318898" cy="206761"/>
          </a:xfrm>
        </p:spPr>
        <p:txBody>
          <a:bodyPr>
            <a:normAutofit/>
          </a:bodyPr>
          <a:lstStyle>
            <a:lvl1pPr marL="0" indent="0" algn="l">
              <a:spcBef>
                <a:spcPts val="0"/>
              </a:spcBef>
              <a:buNone/>
              <a:defRPr sz="1100"/>
            </a:lvl1pPr>
            <a:lvl2pPr>
              <a:buNone/>
              <a:defRPr/>
            </a:lvl2pPr>
            <a:lvl3pPr>
              <a:buNone/>
              <a:defRPr/>
            </a:lvl3pPr>
            <a:lvl4pPr>
              <a:buNone/>
              <a:defRPr/>
            </a:lvl4pPr>
            <a:lvl5pPr>
              <a:buNone/>
              <a:defRPr/>
            </a:lvl5pPr>
          </a:lstStyle>
          <a:p>
            <a:pPr lvl="0"/>
            <a:r>
              <a:rPr lang="en-US"/>
              <a:t>Image caption</a:t>
            </a:r>
          </a:p>
        </p:txBody>
      </p:sp>
      <p:sp>
        <p:nvSpPr>
          <p:cNvPr id="12" name="Text Placeholder 6">
            <a:extLst>
              <a:ext uri="{FF2B5EF4-FFF2-40B4-BE49-F238E27FC236}">
                <a16:creationId xmlns:a16="http://schemas.microsoft.com/office/drawing/2014/main" id="{5D85CCB9-91F4-9D91-727E-1376EFBD8C58}"/>
              </a:ext>
            </a:extLst>
          </p:cNvPr>
          <p:cNvSpPr>
            <a:spLocks noGrp="1"/>
          </p:cNvSpPr>
          <p:nvPr>
            <p:ph type="body" sz="quarter" idx="28" hasCustomPrompt="1"/>
          </p:nvPr>
        </p:nvSpPr>
        <p:spPr>
          <a:xfrm>
            <a:off x="6327381" y="4233760"/>
            <a:ext cx="2318898" cy="206761"/>
          </a:xfrm>
        </p:spPr>
        <p:txBody>
          <a:bodyPr>
            <a:normAutofit/>
          </a:bodyPr>
          <a:lstStyle>
            <a:lvl1pPr marL="0" indent="0" algn="l">
              <a:spcBef>
                <a:spcPts val="0"/>
              </a:spcBef>
              <a:buNone/>
              <a:defRPr sz="1100"/>
            </a:lvl1pPr>
            <a:lvl2pPr>
              <a:buNone/>
              <a:defRPr/>
            </a:lvl2pPr>
            <a:lvl3pPr>
              <a:buNone/>
              <a:defRPr/>
            </a:lvl3pPr>
            <a:lvl4pPr>
              <a:buNone/>
              <a:defRPr/>
            </a:lvl4pPr>
            <a:lvl5pPr>
              <a:buNone/>
              <a:defRPr/>
            </a:lvl5pPr>
          </a:lstStyle>
          <a:p>
            <a:pPr lvl="0"/>
            <a:r>
              <a:rPr lang="en-US"/>
              <a:t>Image caption</a:t>
            </a:r>
          </a:p>
        </p:txBody>
      </p:sp>
      <p:sp>
        <p:nvSpPr>
          <p:cNvPr id="3" name="Footer Placeholder 2">
            <a:extLst>
              <a:ext uri="{FF2B5EF4-FFF2-40B4-BE49-F238E27FC236}">
                <a16:creationId xmlns:a16="http://schemas.microsoft.com/office/drawing/2014/main" id="{DE5DEA67-EF55-1E23-FBDD-E30600DCC697}"/>
              </a:ext>
            </a:extLst>
          </p:cNvPr>
          <p:cNvSpPr>
            <a:spLocks noGrp="1"/>
          </p:cNvSpPr>
          <p:nvPr>
            <p:ph type="ftr" sz="quarter" idx="29"/>
          </p:nvPr>
        </p:nvSpPr>
        <p:spPr/>
        <p:txBody>
          <a:bodyPr/>
          <a:lstStyle/>
          <a:p>
            <a:endParaRPr lang="de-CH" sz="900" dirty="0"/>
          </a:p>
        </p:txBody>
      </p:sp>
      <p:sp>
        <p:nvSpPr>
          <p:cNvPr id="4" name="Slide Number Placeholder 3">
            <a:extLst>
              <a:ext uri="{FF2B5EF4-FFF2-40B4-BE49-F238E27FC236}">
                <a16:creationId xmlns:a16="http://schemas.microsoft.com/office/drawing/2014/main" id="{A0B24AB2-0A09-492A-5FE4-8CA1EDE241AB}"/>
              </a:ext>
            </a:extLst>
          </p:cNvPr>
          <p:cNvSpPr>
            <a:spLocks noGrp="1"/>
          </p:cNvSpPr>
          <p:nvPr>
            <p:ph type="sldNum" sz="quarter" idx="30"/>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1730422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ext and Halfpage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3E54810-BE73-1D04-5EF6-4D987B2664EB}"/>
              </a:ext>
            </a:extLst>
          </p:cNvPr>
          <p:cNvSpPr>
            <a:spLocks noGrp="1"/>
          </p:cNvSpPr>
          <p:nvPr>
            <p:ph type="pic" sz="quarter" idx="11"/>
          </p:nvPr>
        </p:nvSpPr>
        <p:spPr>
          <a:xfrm>
            <a:off x="4712164" y="0"/>
            <a:ext cx="4431836" cy="5143500"/>
          </a:xfrm>
        </p:spPr>
        <p:txBody>
          <a:bodyPr/>
          <a:lstStyle>
            <a:lvl1pPr>
              <a:buNone/>
              <a:defRPr/>
            </a:lvl1pPr>
          </a:lstStyle>
          <a:p>
            <a:r>
              <a:rPr lang="en-US"/>
              <a:t>Click icon to add picture</a:t>
            </a:r>
            <a:endParaRPr lang="de-CH" dirty="0"/>
          </a:p>
        </p:txBody>
      </p:sp>
      <p:sp>
        <p:nvSpPr>
          <p:cNvPr id="10" name="Text Placeholder 6">
            <a:extLst>
              <a:ext uri="{FF2B5EF4-FFF2-40B4-BE49-F238E27FC236}">
                <a16:creationId xmlns:a16="http://schemas.microsoft.com/office/drawing/2014/main" id="{DE16E2BC-9C9E-B31E-DDEF-F3EFED71E8B6}"/>
              </a:ext>
            </a:extLst>
          </p:cNvPr>
          <p:cNvSpPr>
            <a:spLocks noGrp="1"/>
          </p:cNvSpPr>
          <p:nvPr>
            <p:ph type="body" sz="quarter" idx="13" hasCustomPrompt="1"/>
          </p:nvPr>
        </p:nvSpPr>
        <p:spPr>
          <a:xfrm>
            <a:off x="473578" y="1087936"/>
            <a:ext cx="4061910" cy="3355477"/>
          </a:xfrm>
        </p:spPr>
        <p:txBody>
          <a:bodyPr/>
          <a:lstStyle>
            <a:lvl1pPr marL="0">
              <a:spcBef>
                <a:spcPts val="0"/>
              </a:spcBef>
              <a:buNone/>
              <a:defRPr/>
            </a:lvl1pPr>
          </a:lstStyle>
          <a:p>
            <a:pPr lvl="0"/>
            <a:r>
              <a:rPr lang="en-US"/>
              <a:t>Click add text</a:t>
            </a:r>
          </a:p>
        </p:txBody>
      </p:sp>
      <p:sp>
        <p:nvSpPr>
          <p:cNvPr id="6" name="Title 1">
            <a:extLst>
              <a:ext uri="{FF2B5EF4-FFF2-40B4-BE49-F238E27FC236}">
                <a16:creationId xmlns:a16="http://schemas.microsoft.com/office/drawing/2014/main" id="{DB9FC8D6-4E33-D1D1-A26F-555CBFC4F477}"/>
              </a:ext>
            </a:extLst>
          </p:cNvPr>
          <p:cNvSpPr>
            <a:spLocks noGrp="1"/>
          </p:cNvSpPr>
          <p:nvPr>
            <p:ph type="title" hasCustomPrompt="1"/>
          </p:nvPr>
        </p:nvSpPr>
        <p:spPr>
          <a:xfrm>
            <a:off x="473444" y="273844"/>
            <a:ext cx="4062044" cy="493718"/>
          </a:xfrm>
        </p:spPr>
        <p:txBody>
          <a:bodyPr/>
          <a:lstStyle>
            <a:lvl1pPr>
              <a:defRPr/>
            </a:lvl1pPr>
          </a:lstStyle>
          <a:p>
            <a:r>
              <a:rPr lang="en-US"/>
              <a:t>Click to add title</a:t>
            </a:r>
            <a:endParaRPr lang="de-CH"/>
          </a:p>
        </p:txBody>
      </p:sp>
      <p:sp>
        <p:nvSpPr>
          <p:cNvPr id="2" name="Footer Placeholder 1">
            <a:extLst>
              <a:ext uri="{FF2B5EF4-FFF2-40B4-BE49-F238E27FC236}">
                <a16:creationId xmlns:a16="http://schemas.microsoft.com/office/drawing/2014/main" id="{9598F3CB-F243-8D8F-E004-9C414535A969}"/>
              </a:ext>
            </a:extLst>
          </p:cNvPr>
          <p:cNvSpPr>
            <a:spLocks noGrp="1"/>
          </p:cNvSpPr>
          <p:nvPr>
            <p:ph type="ftr" sz="quarter" idx="14"/>
          </p:nvPr>
        </p:nvSpPr>
        <p:spPr>
          <a:xfrm>
            <a:off x="757451" y="4657670"/>
            <a:ext cx="3778037" cy="273844"/>
          </a:xfrm>
        </p:spPr>
        <p:txBody>
          <a:bodyPr/>
          <a:lstStyle/>
          <a:p>
            <a:endParaRPr lang="de-CH" sz="900" dirty="0"/>
          </a:p>
        </p:txBody>
      </p:sp>
      <p:sp>
        <p:nvSpPr>
          <p:cNvPr id="4" name="Slide Number Placeholder 3">
            <a:extLst>
              <a:ext uri="{FF2B5EF4-FFF2-40B4-BE49-F238E27FC236}">
                <a16:creationId xmlns:a16="http://schemas.microsoft.com/office/drawing/2014/main" id="{2BBE55C4-DEB7-3BEF-8134-6B73A6972E0C}"/>
              </a:ext>
            </a:extLst>
          </p:cNvPr>
          <p:cNvSpPr>
            <a:spLocks noGrp="1"/>
          </p:cNvSpPr>
          <p:nvPr>
            <p:ph type="sldNum" sz="quarter" idx="15"/>
          </p:nvPr>
        </p:nvSpPr>
        <p:spPr/>
        <p:txBody>
          <a:bodyPr/>
          <a:lstStyle/>
          <a:p>
            <a:fld id="{E14D7B56-9DF5-4E8D-B448-5569FA30FAB2}" type="slidenum">
              <a:rPr lang="de-CH" smtClean="0"/>
              <a:pPr/>
              <a:t>‹#›</a:t>
            </a:fld>
            <a:endParaRPr lang="de-CH"/>
          </a:p>
        </p:txBody>
      </p:sp>
      <p:sp>
        <p:nvSpPr>
          <p:cNvPr id="5" name="Text Placeholder 5">
            <a:extLst>
              <a:ext uri="{FF2B5EF4-FFF2-40B4-BE49-F238E27FC236}">
                <a16:creationId xmlns:a16="http://schemas.microsoft.com/office/drawing/2014/main" id="{D83F5FA1-0965-6354-AB11-058F2079E575}"/>
              </a:ext>
            </a:extLst>
          </p:cNvPr>
          <p:cNvSpPr>
            <a:spLocks noGrp="1"/>
          </p:cNvSpPr>
          <p:nvPr>
            <p:ph type="body" sz="quarter" idx="16" hasCustomPrompt="1"/>
          </p:nvPr>
        </p:nvSpPr>
        <p:spPr>
          <a:xfrm>
            <a:off x="473578" y="709830"/>
            <a:ext cx="4061910" cy="273050"/>
          </a:xfrm>
        </p:spPr>
        <p:txBody>
          <a:bodyPr lIns="0" tIns="0" rIns="0" bIns="0">
            <a:noAutofit/>
          </a:bodyPr>
          <a:lstStyle>
            <a:lvl1pPr marL="0" indent="0">
              <a:buNone/>
              <a:defRPr sz="2000" b="1">
                <a:solidFill>
                  <a:schemeClr val="tx2"/>
                </a:solidFill>
                <a:latin typeface="+mn-lt"/>
              </a:defRPr>
            </a:lvl1pPr>
            <a:lvl2pPr>
              <a:buNone/>
              <a:defRPr b="1"/>
            </a:lvl2pPr>
            <a:lvl3pPr>
              <a:buNone/>
              <a:defRPr b="1"/>
            </a:lvl3pPr>
            <a:lvl4pPr>
              <a:buNone/>
              <a:defRPr b="1"/>
            </a:lvl4pPr>
            <a:lvl5pPr>
              <a:buNone/>
              <a:defRPr b="1"/>
            </a:lvl5pPr>
          </a:lstStyle>
          <a:p>
            <a:pPr lvl="0"/>
            <a:r>
              <a:rPr lang="en-US" dirty="0"/>
              <a:t>Click to add subtitle</a:t>
            </a:r>
          </a:p>
        </p:txBody>
      </p:sp>
    </p:spTree>
    <p:extLst>
      <p:ext uri="{BB962C8B-B14F-4D97-AF65-F5344CB8AC3E}">
        <p14:creationId xmlns:p14="http://schemas.microsoft.com/office/powerpoint/2010/main" val="34558528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Halfpage Picture2">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DE16E2BC-9C9E-B31E-DDEF-F3EFED71E8B6}"/>
              </a:ext>
            </a:extLst>
          </p:cNvPr>
          <p:cNvSpPr>
            <a:spLocks noGrp="1"/>
          </p:cNvSpPr>
          <p:nvPr>
            <p:ph type="body" sz="quarter" idx="13" hasCustomPrompt="1"/>
          </p:nvPr>
        </p:nvSpPr>
        <p:spPr>
          <a:xfrm>
            <a:off x="4535488" y="915989"/>
            <a:ext cx="4176712" cy="3419474"/>
          </a:xfrm>
        </p:spPr>
        <p:txBody>
          <a:bodyPr/>
          <a:lstStyle>
            <a:lvl1pPr marL="0" indent="0">
              <a:spcBef>
                <a:spcPts val="0"/>
              </a:spcBef>
              <a:buNone/>
              <a:defRPr/>
            </a:lvl1pPr>
          </a:lstStyle>
          <a:p>
            <a:pPr lvl="0"/>
            <a:r>
              <a:rPr lang="en-US"/>
              <a:t>Click to add text</a:t>
            </a:r>
          </a:p>
        </p:txBody>
      </p:sp>
      <p:sp>
        <p:nvSpPr>
          <p:cNvPr id="2" name="Picture Placeholder 7">
            <a:extLst>
              <a:ext uri="{FF2B5EF4-FFF2-40B4-BE49-F238E27FC236}">
                <a16:creationId xmlns:a16="http://schemas.microsoft.com/office/drawing/2014/main" id="{0FE2399D-8924-B185-5D32-0198F05CBF5C}"/>
              </a:ext>
            </a:extLst>
          </p:cNvPr>
          <p:cNvSpPr>
            <a:spLocks noGrp="1"/>
          </p:cNvSpPr>
          <p:nvPr>
            <p:ph type="pic" sz="quarter" idx="11"/>
          </p:nvPr>
        </p:nvSpPr>
        <p:spPr>
          <a:xfrm>
            <a:off x="-2062" y="0"/>
            <a:ext cx="4431836" cy="5143500"/>
          </a:xfrm>
        </p:spPr>
        <p:txBody>
          <a:bodyPr/>
          <a:lstStyle>
            <a:lvl1pPr>
              <a:buNone/>
              <a:defRPr/>
            </a:lvl1pPr>
          </a:lstStyle>
          <a:p>
            <a:r>
              <a:rPr lang="en-US"/>
              <a:t>Click icon to add picture</a:t>
            </a:r>
            <a:endParaRPr lang="de-CH" dirty="0"/>
          </a:p>
        </p:txBody>
      </p:sp>
      <p:sp>
        <p:nvSpPr>
          <p:cNvPr id="6" name="Title 5">
            <a:extLst>
              <a:ext uri="{FF2B5EF4-FFF2-40B4-BE49-F238E27FC236}">
                <a16:creationId xmlns:a16="http://schemas.microsoft.com/office/drawing/2014/main" id="{2940A969-D0A9-6427-9590-B56A9CE49BA5}"/>
              </a:ext>
            </a:extLst>
          </p:cNvPr>
          <p:cNvSpPr>
            <a:spLocks noGrp="1"/>
          </p:cNvSpPr>
          <p:nvPr>
            <p:ph type="title" hasCustomPrompt="1"/>
          </p:nvPr>
        </p:nvSpPr>
        <p:spPr>
          <a:xfrm>
            <a:off x="4535488" y="273844"/>
            <a:ext cx="4176712" cy="493718"/>
          </a:xfrm>
        </p:spPr>
        <p:txBody>
          <a:bodyPr/>
          <a:lstStyle>
            <a:lvl1pPr>
              <a:defRPr/>
            </a:lvl1pPr>
          </a:lstStyle>
          <a:p>
            <a:r>
              <a:rPr lang="en-US" dirty="0"/>
              <a:t>Click to add title</a:t>
            </a:r>
            <a:endParaRPr lang="de-CH" dirty="0"/>
          </a:p>
        </p:txBody>
      </p:sp>
      <p:sp>
        <p:nvSpPr>
          <p:cNvPr id="7" name="Slide Number Placeholder 6">
            <a:extLst>
              <a:ext uri="{FF2B5EF4-FFF2-40B4-BE49-F238E27FC236}">
                <a16:creationId xmlns:a16="http://schemas.microsoft.com/office/drawing/2014/main" id="{8AE845E3-6098-0535-7144-0E21452577EF}"/>
              </a:ext>
            </a:extLst>
          </p:cNvPr>
          <p:cNvSpPr>
            <a:spLocks noGrp="1"/>
          </p:cNvSpPr>
          <p:nvPr>
            <p:ph type="sldNum" sz="quarter" idx="15"/>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36306052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F54A-A7C1-3B37-9157-DC47609AF1E7}"/>
              </a:ext>
            </a:extLst>
          </p:cNvPr>
          <p:cNvSpPr>
            <a:spLocks noGrp="1"/>
          </p:cNvSpPr>
          <p:nvPr>
            <p:ph type="title" hasCustomPrompt="1"/>
          </p:nvPr>
        </p:nvSpPr>
        <p:spPr/>
        <p:txBody>
          <a:bodyPr/>
          <a:lstStyle>
            <a:lvl1pPr>
              <a:defRPr/>
            </a:lvl1pPr>
          </a:lstStyle>
          <a:p>
            <a:r>
              <a:rPr lang="en-US"/>
              <a:t>Click to add title</a:t>
            </a:r>
            <a:endParaRPr lang="de-CH"/>
          </a:p>
        </p:txBody>
      </p:sp>
      <p:sp>
        <p:nvSpPr>
          <p:cNvPr id="6" name="Text Placeholder 5">
            <a:extLst>
              <a:ext uri="{FF2B5EF4-FFF2-40B4-BE49-F238E27FC236}">
                <a16:creationId xmlns:a16="http://schemas.microsoft.com/office/drawing/2014/main" id="{1BB0D39E-89B4-DA99-4B61-F6ECE18D7665}"/>
              </a:ext>
            </a:extLst>
          </p:cNvPr>
          <p:cNvSpPr>
            <a:spLocks noGrp="1"/>
          </p:cNvSpPr>
          <p:nvPr>
            <p:ph type="body" sz="quarter" idx="12" hasCustomPrompt="1"/>
          </p:nvPr>
        </p:nvSpPr>
        <p:spPr>
          <a:xfrm>
            <a:off x="473443" y="923153"/>
            <a:ext cx="2520609" cy="3520260"/>
          </a:xfrm>
        </p:spPr>
        <p:txBody>
          <a:bodyPr/>
          <a:lstStyle>
            <a:lvl1pPr marL="0">
              <a:spcBef>
                <a:spcPts val="0"/>
              </a:spcBef>
              <a:buNone/>
              <a:defRPr/>
            </a:lvl1pPr>
          </a:lstStyle>
          <a:p>
            <a:pPr lvl="0"/>
            <a:r>
              <a:rPr lang="en-US"/>
              <a:t>Click to add text</a:t>
            </a:r>
          </a:p>
        </p:txBody>
      </p:sp>
      <p:sp>
        <p:nvSpPr>
          <p:cNvPr id="8" name="Chart Placeholder 7">
            <a:extLst>
              <a:ext uri="{FF2B5EF4-FFF2-40B4-BE49-F238E27FC236}">
                <a16:creationId xmlns:a16="http://schemas.microsoft.com/office/drawing/2014/main" id="{2EEFD23C-E672-DCB4-7277-58CBE6A42C92}"/>
              </a:ext>
            </a:extLst>
          </p:cNvPr>
          <p:cNvSpPr>
            <a:spLocks noGrp="1"/>
          </p:cNvSpPr>
          <p:nvPr>
            <p:ph type="chart" sz="quarter" idx="13"/>
          </p:nvPr>
        </p:nvSpPr>
        <p:spPr>
          <a:xfrm>
            <a:off x="3155950" y="915988"/>
            <a:ext cx="5556250" cy="3419475"/>
          </a:xfrm>
        </p:spPr>
        <p:txBody>
          <a:bodyPr/>
          <a:lstStyle>
            <a:lvl1pPr>
              <a:buNone/>
              <a:defRPr/>
            </a:lvl1pPr>
          </a:lstStyle>
          <a:p>
            <a:r>
              <a:rPr lang="en-US"/>
              <a:t>Click icon to add chart</a:t>
            </a:r>
            <a:endParaRPr lang="de-CH"/>
          </a:p>
        </p:txBody>
      </p:sp>
      <p:sp>
        <p:nvSpPr>
          <p:cNvPr id="3" name="Footer Placeholder 2">
            <a:extLst>
              <a:ext uri="{FF2B5EF4-FFF2-40B4-BE49-F238E27FC236}">
                <a16:creationId xmlns:a16="http://schemas.microsoft.com/office/drawing/2014/main" id="{34587884-C944-5102-98EA-C08242B561B3}"/>
              </a:ext>
            </a:extLst>
          </p:cNvPr>
          <p:cNvSpPr>
            <a:spLocks noGrp="1"/>
          </p:cNvSpPr>
          <p:nvPr>
            <p:ph type="ftr" sz="quarter" idx="14"/>
          </p:nvPr>
        </p:nvSpPr>
        <p:spPr/>
        <p:txBody>
          <a:bodyPr/>
          <a:lstStyle/>
          <a:p>
            <a:endParaRPr lang="de-CH" sz="900" dirty="0"/>
          </a:p>
        </p:txBody>
      </p:sp>
      <p:sp>
        <p:nvSpPr>
          <p:cNvPr id="4" name="Slide Number Placeholder 3">
            <a:extLst>
              <a:ext uri="{FF2B5EF4-FFF2-40B4-BE49-F238E27FC236}">
                <a16:creationId xmlns:a16="http://schemas.microsoft.com/office/drawing/2014/main" id="{95C363D9-340F-C445-0A7F-E06D418067E0}"/>
              </a:ext>
            </a:extLst>
          </p:cNvPr>
          <p:cNvSpPr>
            <a:spLocks noGrp="1"/>
          </p:cNvSpPr>
          <p:nvPr>
            <p:ph type="sldNum" sz="quarter" idx="15"/>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6277451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F54A-A7C1-3B37-9157-DC47609AF1E7}"/>
              </a:ext>
            </a:extLst>
          </p:cNvPr>
          <p:cNvSpPr>
            <a:spLocks noGrp="1"/>
          </p:cNvSpPr>
          <p:nvPr>
            <p:ph type="title" hasCustomPrompt="1"/>
          </p:nvPr>
        </p:nvSpPr>
        <p:spPr/>
        <p:txBody>
          <a:bodyPr/>
          <a:lstStyle>
            <a:lvl1pPr>
              <a:defRPr/>
            </a:lvl1pPr>
          </a:lstStyle>
          <a:p>
            <a:r>
              <a:rPr lang="en-US"/>
              <a:t>Click to add title</a:t>
            </a:r>
            <a:endParaRPr lang="de-CH"/>
          </a:p>
        </p:txBody>
      </p:sp>
      <p:sp>
        <p:nvSpPr>
          <p:cNvPr id="8" name="Chart Placeholder 7">
            <a:extLst>
              <a:ext uri="{FF2B5EF4-FFF2-40B4-BE49-F238E27FC236}">
                <a16:creationId xmlns:a16="http://schemas.microsoft.com/office/drawing/2014/main" id="{2EEFD23C-E672-DCB4-7277-58CBE6A42C92}"/>
              </a:ext>
            </a:extLst>
          </p:cNvPr>
          <p:cNvSpPr>
            <a:spLocks noGrp="1"/>
          </p:cNvSpPr>
          <p:nvPr>
            <p:ph type="chart" sz="quarter" idx="13"/>
          </p:nvPr>
        </p:nvSpPr>
        <p:spPr>
          <a:xfrm>
            <a:off x="473442" y="915988"/>
            <a:ext cx="8238756" cy="3419475"/>
          </a:xfrm>
        </p:spPr>
        <p:txBody>
          <a:bodyPr/>
          <a:lstStyle>
            <a:lvl1pPr>
              <a:buNone/>
              <a:defRPr/>
            </a:lvl1pPr>
          </a:lstStyle>
          <a:p>
            <a:r>
              <a:rPr lang="en-US"/>
              <a:t>Click icon to add chart</a:t>
            </a:r>
            <a:endParaRPr lang="de-CH"/>
          </a:p>
        </p:txBody>
      </p:sp>
      <p:sp>
        <p:nvSpPr>
          <p:cNvPr id="4" name="Footer Placeholder 3">
            <a:extLst>
              <a:ext uri="{FF2B5EF4-FFF2-40B4-BE49-F238E27FC236}">
                <a16:creationId xmlns:a16="http://schemas.microsoft.com/office/drawing/2014/main" id="{27D1C6A1-A5AB-94D4-F5A9-1D152E40BFCF}"/>
              </a:ext>
            </a:extLst>
          </p:cNvPr>
          <p:cNvSpPr>
            <a:spLocks noGrp="1"/>
          </p:cNvSpPr>
          <p:nvPr>
            <p:ph type="ftr" sz="quarter" idx="14"/>
          </p:nvPr>
        </p:nvSpPr>
        <p:spPr/>
        <p:txBody>
          <a:bodyPr/>
          <a:lstStyle/>
          <a:p>
            <a:endParaRPr lang="de-CH" sz="900" dirty="0"/>
          </a:p>
        </p:txBody>
      </p:sp>
      <p:sp>
        <p:nvSpPr>
          <p:cNvPr id="5" name="Slide Number Placeholder 4">
            <a:extLst>
              <a:ext uri="{FF2B5EF4-FFF2-40B4-BE49-F238E27FC236}">
                <a16:creationId xmlns:a16="http://schemas.microsoft.com/office/drawing/2014/main" id="{8D66D24E-DDFC-0C4A-CBD2-96E68605D1E4}"/>
              </a:ext>
            </a:extLst>
          </p:cNvPr>
          <p:cNvSpPr>
            <a:spLocks noGrp="1"/>
          </p:cNvSpPr>
          <p:nvPr>
            <p:ph type="sldNum" sz="quarter" idx="15"/>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3341864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F54A-A7C1-3B37-9157-DC47609AF1E7}"/>
              </a:ext>
            </a:extLst>
          </p:cNvPr>
          <p:cNvSpPr>
            <a:spLocks noGrp="1"/>
          </p:cNvSpPr>
          <p:nvPr>
            <p:ph type="title" hasCustomPrompt="1"/>
          </p:nvPr>
        </p:nvSpPr>
        <p:spPr/>
        <p:txBody>
          <a:bodyPr/>
          <a:lstStyle>
            <a:lvl1pPr>
              <a:defRPr/>
            </a:lvl1pPr>
          </a:lstStyle>
          <a:p>
            <a:r>
              <a:rPr lang="en-US"/>
              <a:t>Click to add title</a:t>
            </a:r>
            <a:endParaRPr lang="de-CH"/>
          </a:p>
        </p:txBody>
      </p:sp>
      <p:sp>
        <p:nvSpPr>
          <p:cNvPr id="8" name="Chart Placeholder 7">
            <a:extLst>
              <a:ext uri="{FF2B5EF4-FFF2-40B4-BE49-F238E27FC236}">
                <a16:creationId xmlns:a16="http://schemas.microsoft.com/office/drawing/2014/main" id="{2EEFD23C-E672-DCB4-7277-58CBE6A42C92}"/>
              </a:ext>
            </a:extLst>
          </p:cNvPr>
          <p:cNvSpPr>
            <a:spLocks noGrp="1"/>
          </p:cNvSpPr>
          <p:nvPr>
            <p:ph type="chart" sz="quarter" idx="13"/>
          </p:nvPr>
        </p:nvSpPr>
        <p:spPr>
          <a:xfrm>
            <a:off x="473442" y="915988"/>
            <a:ext cx="3863889" cy="3419475"/>
          </a:xfrm>
        </p:spPr>
        <p:txBody>
          <a:bodyPr/>
          <a:lstStyle>
            <a:lvl1pPr>
              <a:buNone/>
              <a:defRPr/>
            </a:lvl1pPr>
          </a:lstStyle>
          <a:p>
            <a:r>
              <a:rPr lang="en-US"/>
              <a:t>Click icon to add chart</a:t>
            </a:r>
            <a:endParaRPr lang="de-CH"/>
          </a:p>
        </p:txBody>
      </p:sp>
      <p:sp>
        <p:nvSpPr>
          <p:cNvPr id="4" name="Footer Placeholder 3">
            <a:extLst>
              <a:ext uri="{FF2B5EF4-FFF2-40B4-BE49-F238E27FC236}">
                <a16:creationId xmlns:a16="http://schemas.microsoft.com/office/drawing/2014/main" id="{27D1C6A1-A5AB-94D4-F5A9-1D152E40BFCF}"/>
              </a:ext>
            </a:extLst>
          </p:cNvPr>
          <p:cNvSpPr>
            <a:spLocks noGrp="1"/>
          </p:cNvSpPr>
          <p:nvPr>
            <p:ph type="ftr" sz="quarter" idx="14"/>
          </p:nvPr>
        </p:nvSpPr>
        <p:spPr/>
        <p:txBody>
          <a:bodyPr/>
          <a:lstStyle/>
          <a:p>
            <a:endParaRPr lang="de-CH" sz="900" dirty="0"/>
          </a:p>
        </p:txBody>
      </p:sp>
      <p:sp>
        <p:nvSpPr>
          <p:cNvPr id="5" name="Slide Number Placeholder 4">
            <a:extLst>
              <a:ext uri="{FF2B5EF4-FFF2-40B4-BE49-F238E27FC236}">
                <a16:creationId xmlns:a16="http://schemas.microsoft.com/office/drawing/2014/main" id="{8D66D24E-DDFC-0C4A-CBD2-96E68605D1E4}"/>
              </a:ext>
            </a:extLst>
          </p:cNvPr>
          <p:cNvSpPr>
            <a:spLocks noGrp="1"/>
          </p:cNvSpPr>
          <p:nvPr>
            <p:ph type="sldNum" sz="quarter" idx="15"/>
          </p:nvPr>
        </p:nvSpPr>
        <p:spPr/>
        <p:txBody>
          <a:bodyPr/>
          <a:lstStyle/>
          <a:p>
            <a:fld id="{E14D7B56-9DF5-4E8D-B448-5569FA30FAB2}" type="slidenum">
              <a:rPr lang="de-CH" smtClean="0"/>
              <a:pPr/>
              <a:t>‹#›</a:t>
            </a:fld>
            <a:endParaRPr lang="de-CH"/>
          </a:p>
        </p:txBody>
      </p:sp>
      <p:sp>
        <p:nvSpPr>
          <p:cNvPr id="3" name="Chart Placeholder 7">
            <a:extLst>
              <a:ext uri="{FF2B5EF4-FFF2-40B4-BE49-F238E27FC236}">
                <a16:creationId xmlns:a16="http://schemas.microsoft.com/office/drawing/2014/main" id="{EECB708F-E472-2D2A-7929-5EAE022CC179}"/>
              </a:ext>
            </a:extLst>
          </p:cNvPr>
          <p:cNvSpPr>
            <a:spLocks noGrp="1"/>
          </p:cNvSpPr>
          <p:nvPr>
            <p:ph type="chart" sz="quarter" idx="16"/>
          </p:nvPr>
        </p:nvSpPr>
        <p:spPr>
          <a:xfrm>
            <a:off x="4834893" y="915988"/>
            <a:ext cx="3863889" cy="3419475"/>
          </a:xfrm>
        </p:spPr>
        <p:txBody>
          <a:bodyPr/>
          <a:lstStyle>
            <a:lvl1pPr>
              <a:buNone/>
              <a:defRPr/>
            </a:lvl1pPr>
          </a:lstStyle>
          <a:p>
            <a:r>
              <a:rPr lang="en-US"/>
              <a:t>Click icon to add chart</a:t>
            </a:r>
            <a:endParaRPr lang="de-CH"/>
          </a:p>
        </p:txBody>
      </p:sp>
    </p:spTree>
    <p:extLst>
      <p:ext uri="{BB962C8B-B14F-4D97-AF65-F5344CB8AC3E}">
        <p14:creationId xmlns:p14="http://schemas.microsoft.com/office/powerpoint/2010/main" val="18072371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ored Textboxe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E3353C7-BB70-EFB0-958E-885B405D5A24}"/>
              </a:ext>
            </a:extLst>
          </p:cNvPr>
          <p:cNvSpPr/>
          <p:nvPr userDrawn="1"/>
        </p:nvSpPr>
        <p:spPr>
          <a:xfrm>
            <a:off x="4756816" y="904874"/>
            <a:ext cx="3965142" cy="3419475"/>
          </a:xfrm>
          <a:prstGeom prst="rect">
            <a:avLst/>
          </a:prstGeom>
          <a:solidFill>
            <a:schemeClr val="accent3">
              <a:lumMod val="40000"/>
              <a:lumOff val="60000"/>
            </a:schemeClr>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le 1">
            <a:extLst>
              <a:ext uri="{FF2B5EF4-FFF2-40B4-BE49-F238E27FC236}">
                <a16:creationId xmlns:a16="http://schemas.microsoft.com/office/drawing/2014/main" id="{A3CB08AE-5B25-43E9-697E-63AD96A0CF62}"/>
              </a:ext>
            </a:extLst>
          </p:cNvPr>
          <p:cNvSpPr>
            <a:spLocks noGrp="1"/>
          </p:cNvSpPr>
          <p:nvPr>
            <p:ph type="title" hasCustomPrompt="1"/>
          </p:nvPr>
        </p:nvSpPr>
        <p:spPr/>
        <p:txBody>
          <a:bodyPr/>
          <a:lstStyle>
            <a:lvl1pPr>
              <a:defRPr/>
            </a:lvl1pPr>
          </a:lstStyle>
          <a:p>
            <a:r>
              <a:rPr lang="en-US" dirty="0"/>
              <a:t>Click to add title</a:t>
            </a:r>
            <a:endParaRPr lang="de-CH" dirty="0"/>
          </a:p>
        </p:txBody>
      </p:sp>
      <p:sp>
        <p:nvSpPr>
          <p:cNvPr id="3" name="Slide Number Placeholder 2">
            <a:extLst>
              <a:ext uri="{FF2B5EF4-FFF2-40B4-BE49-F238E27FC236}">
                <a16:creationId xmlns:a16="http://schemas.microsoft.com/office/drawing/2014/main" id="{E6FC5528-0561-DC8B-6842-DEF3940C5E2A}"/>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0889917F-9BB4-1BC3-B624-88CB7F03ADE5}"/>
              </a:ext>
            </a:extLst>
          </p:cNvPr>
          <p:cNvSpPr>
            <a:spLocks noGrp="1"/>
          </p:cNvSpPr>
          <p:nvPr>
            <p:ph type="ftr" sz="quarter" idx="11"/>
          </p:nvPr>
        </p:nvSpPr>
        <p:spPr/>
        <p:txBody>
          <a:bodyPr/>
          <a:lstStyle/>
          <a:p>
            <a:endParaRPr lang="de-CH" sz="900" dirty="0"/>
          </a:p>
        </p:txBody>
      </p:sp>
      <p:sp>
        <p:nvSpPr>
          <p:cNvPr id="6" name="Rectangle 5">
            <a:extLst>
              <a:ext uri="{FF2B5EF4-FFF2-40B4-BE49-F238E27FC236}">
                <a16:creationId xmlns:a16="http://schemas.microsoft.com/office/drawing/2014/main" id="{4F3AAD22-3F8B-E460-BDA0-48C87E1F52E9}"/>
              </a:ext>
            </a:extLst>
          </p:cNvPr>
          <p:cNvSpPr/>
          <p:nvPr userDrawn="1"/>
        </p:nvSpPr>
        <p:spPr>
          <a:xfrm>
            <a:off x="468314" y="915988"/>
            <a:ext cx="3965142" cy="3419475"/>
          </a:xfrm>
          <a:prstGeom prst="rect">
            <a:avLst/>
          </a:prstGeom>
          <a:solidFill>
            <a:schemeClr val="accent3">
              <a:lumMod val="40000"/>
              <a:lumOff val="60000"/>
            </a:schemeClr>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10" name="Straight Connector 9">
            <a:extLst>
              <a:ext uri="{FF2B5EF4-FFF2-40B4-BE49-F238E27FC236}">
                <a16:creationId xmlns:a16="http://schemas.microsoft.com/office/drawing/2014/main" id="{E11595B8-58A3-B211-A78D-D5474FCE12AE}"/>
              </a:ext>
            </a:extLst>
          </p:cNvPr>
          <p:cNvCxnSpPr>
            <a:cxnSpLocks/>
          </p:cNvCxnSpPr>
          <p:nvPr userDrawn="1"/>
        </p:nvCxnSpPr>
        <p:spPr>
          <a:xfrm>
            <a:off x="4772530" y="904874"/>
            <a:ext cx="0" cy="3440112"/>
          </a:xfrm>
          <a:prstGeom prst="line">
            <a:avLst/>
          </a:prstGeom>
          <a:ln w="76200"/>
        </p:spPr>
        <p:style>
          <a:lnRef idx="3">
            <a:schemeClr val="accent3"/>
          </a:lnRef>
          <a:fillRef idx="0">
            <a:schemeClr val="accent3"/>
          </a:fillRef>
          <a:effectRef idx="2">
            <a:schemeClr val="accent3"/>
          </a:effectRef>
          <a:fontRef idx="minor">
            <a:schemeClr val="tx1"/>
          </a:fontRef>
        </p:style>
      </p:cxnSp>
      <p:sp>
        <p:nvSpPr>
          <p:cNvPr id="12" name="Text Placeholder 11">
            <a:extLst>
              <a:ext uri="{FF2B5EF4-FFF2-40B4-BE49-F238E27FC236}">
                <a16:creationId xmlns:a16="http://schemas.microsoft.com/office/drawing/2014/main" id="{15D319AE-BE18-DADE-CFED-D8BFB8C45C42}"/>
              </a:ext>
            </a:extLst>
          </p:cNvPr>
          <p:cNvSpPr>
            <a:spLocks noGrp="1"/>
          </p:cNvSpPr>
          <p:nvPr>
            <p:ph type="body" sz="quarter" idx="12"/>
          </p:nvPr>
        </p:nvSpPr>
        <p:spPr>
          <a:xfrm>
            <a:off x="671584" y="1001806"/>
            <a:ext cx="3671815" cy="3274359"/>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a:extLst>
              <a:ext uri="{FF2B5EF4-FFF2-40B4-BE49-F238E27FC236}">
                <a16:creationId xmlns:a16="http://schemas.microsoft.com/office/drawing/2014/main" id="{5CB0D24D-A5E4-132E-326B-76473F38EBD6}"/>
              </a:ext>
            </a:extLst>
          </p:cNvPr>
          <p:cNvCxnSpPr>
            <a:cxnSpLocks/>
          </p:cNvCxnSpPr>
          <p:nvPr userDrawn="1"/>
        </p:nvCxnSpPr>
        <p:spPr>
          <a:xfrm>
            <a:off x="484027" y="904874"/>
            <a:ext cx="0" cy="3440112"/>
          </a:xfrm>
          <a:prstGeom prst="line">
            <a:avLst/>
          </a:prstGeom>
          <a:ln w="76200"/>
        </p:spPr>
        <p:style>
          <a:lnRef idx="3">
            <a:schemeClr val="accent3"/>
          </a:lnRef>
          <a:fillRef idx="0">
            <a:schemeClr val="accent3"/>
          </a:fillRef>
          <a:effectRef idx="2">
            <a:schemeClr val="accent3"/>
          </a:effectRef>
          <a:fontRef idx="minor">
            <a:schemeClr val="tx1"/>
          </a:fontRef>
        </p:style>
      </p:cxnSp>
      <p:sp>
        <p:nvSpPr>
          <p:cNvPr id="20" name="Text Placeholder 11">
            <a:extLst>
              <a:ext uri="{FF2B5EF4-FFF2-40B4-BE49-F238E27FC236}">
                <a16:creationId xmlns:a16="http://schemas.microsoft.com/office/drawing/2014/main" id="{344AF0F4-09E2-63AA-C806-ACE36889E3DC}"/>
              </a:ext>
            </a:extLst>
          </p:cNvPr>
          <p:cNvSpPr>
            <a:spLocks noGrp="1"/>
          </p:cNvSpPr>
          <p:nvPr>
            <p:ph type="body" sz="quarter" idx="13"/>
          </p:nvPr>
        </p:nvSpPr>
        <p:spPr>
          <a:xfrm>
            <a:off x="4944372" y="1001806"/>
            <a:ext cx="3671815" cy="3274359"/>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779766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Textboxes with lin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31B87F-D6EB-EDFE-9616-EEE61432631F}"/>
              </a:ext>
            </a:extLst>
          </p:cNvPr>
          <p:cNvSpPr/>
          <p:nvPr userDrawn="1"/>
        </p:nvSpPr>
        <p:spPr>
          <a:xfrm>
            <a:off x="0" y="0"/>
            <a:ext cx="3138055" cy="514350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2" name="Title 1">
            <a:extLst>
              <a:ext uri="{FF2B5EF4-FFF2-40B4-BE49-F238E27FC236}">
                <a16:creationId xmlns:a16="http://schemas.microsoft.com/office/drawing/2014/main" id="{04FF3CFC-3397-C570-15CD-38BDDD90E2F4}"/>
              </a:ext>
            </a:extLst>
          </p:cNvPr>
          <p:cNvSpPr>
            <a:spLocks noGrp="1"/>
          </p:cNvSpPr>
          <p:nvPr>
            <p:ph type="title" hasCustomPrompt="1"/>
          </p:nvPr>
        </p:nvSpPr>
        <p:spPr>
          <a:xfrm>
            <a:off x="468313" y="706439"/>
            <a:ext cx="2316451" cy="1196320"/>
          </a:xfrm>
        </p:spPr>
        <p:txBody>
          <a:bodyPr/>
          <a:lstStyle>
            <a:lvl1pPr>
              <a:defRPr sz="3600"/>
            </a:lvl1pPr>
          </a:lstStyle>
          <a:p>
            <a:r>
              <a:rPr lang="en-US" dirty="0"/>
              <a:t>Click to add title</a:t>
            </a:r>
            <a:endParaRPr lang="de-CH" dirty="0"/>
          </a:p>
        </p:txBody>
      </p:sp>
      <p:sp>
        <p:nvSpPr>
          <p:cNvPr id="3" name="Slide Number Placeholder 2">
            <a:extLst>
              <a:ext uri="{FF2B5EF4-FFF2-40B4-BE49-F238E27FC236}">
                <a16:creationId xmlns:a16="http://schemas.microsoft.com/office/drawing/2014/main" id="{60153CB8-3F26-F854-5DB5-E648EDDBA34E}"/>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945A3962-2304-ED01-335C-C94A8250CFB0}"/>
              </a:ext>
            </a:extLst>
          </p:cNvPr>
          <p:cNvSpPr>
            <a:spLocks noGrp="1"/>
          </p:cNvSpPr>
          <p:nvPr>
            <p:ph type="ftr" sz="quarter" idx="11"/>
          </p:nvPr>
        </p:nvSpPr>
        <p:spPr/>
        <p:txBody>
          <a:bodyPr/>
          <a:lstStyle/>
          <a:p>
            <a:endParaRPr lang="de-CH" sz="900" dirty="0"/>
          </a:p>
        </p:txBody>
      </p:sp>
      <p:sp>
        <p:nvSpPr>
          <p:cNvPr id="7" name="Text Placeholder 6">
            <a:extLst>
              <a:ext uri="{FF2B5EF4-FFF2-40B4-BE49-F238E27FC236}">
                <a16:creationId xmlns:a16="http://schemas.microsoft.com/office/drawing/2014/main" id="{5E898640-EC61-03CA-C6EA-4D493D5CB6B3}"/>
              </a:ext>
            </a:extLst>
          </p:cNvPr>
          <p:cNvSpPr>
            <a:spLocks noGrp="1"/>
          </p:cNvSpPr>
          <p:nvPr>
            <p:ph type="body" sz="quarter" idx="12"/>
          </p:nvPr>
        </p:nvSpPr>
        <p:spPr>
          <a:xfrm>
            <a:off x="3719513" y="706438"/>
            <a:ext cx="4537075" cy="1004887"/>
          </a:xfrm>
        </p:spPr>
        <p:txBody>
          <a:bodyPr/>
          <a:lstStyle>
            <a:lvl5pPr>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8598BA07-508D-3620-7892-53D3C12E5C97}"/>
              </a:ext>
            </a:extLst>
          </p:cNvPr>
          <p:cNvSpPr>
            <a:spLocks noGrp="1"/>
          </p:cNvSpPr>
          <p:nvPr>
            <p:ph type="body" sz="quarter" idx="13"/>
          </p:nvPr>
        </p:nvSpPr>
        <p:spPr>
          <a:xfrm>
            <a:off x="3719513" y="2005228"/>
            <a:ext cx="4537075" cy="100488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1F3B46BB-68B9-55AB-DED7-20E7736D7796}"/>
              </a:ext>
            </a:extLst>
          </p:cNvPr>
          <p:cNvSpPr>
            <a:spLocks noGrp="1"/>
          </p:cNvSpPr>
          <p:nvPr>
            <p:ph type="body" sz="quarter" idx="14"/>
          </p:nvPr>
        </p:nvSpPr>
        <p:spPr>
          <a:xfrm>
            <a:off x="3719513" y="3304018"/>
            <a:ext cx="4537075" cy="100488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1" name="Straight Connector 10">
            <a:extLst>
              <a:ext uri="{FF2B5EF4-FFF2-40B4-BE49-F238E27FC236}">
                <a16:creationId xmlns:a16="http://schemas.microsoft.com/office/drawing/2014/main" id="{FC8A3BCD-2D9B-A38E-AEDD-3A81E3534B63}"/>
              </a:ext>
            </a:extLst>
          </p:cNvPr>
          <p:cNvCxnSpPr>
            <a:cxnSpLocks/>
          </p:cNvCxnSpPr>
          <p:nvPr userDrawn="1"/>
        </p:nvCxnSpPr>
        <p:spPr>
          <a:xfrm>
            <a:off x="3629459" y="686881"/>
            <a:ext cx="0" cy="1044000"/>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B5930FEE-CE76-24EB-785D-7FA05359EFF2}"/>
              </a:ext>
            </a:extLst>
          </p:cNvPr>
          <p:cNvCxnSpPr>
            <a:cxnSpLocks/>
          </p:cNvCxnSpPr>
          <p:nvPr userDrawn="1"/>
        </p:nvCxnSpPr>
        <p:spPr>
          <a:xfrm>
            <a:off x="3629459" y="1985671"/>
            <a:ext cx="0" cy="1044000"/>
          </a:xfrm>
          <a:prstGeom prst="line">
            <a:avLst/>
          </a:prstGeom>
          <a:ln w="76200">
            <a:solidFill>
              <a:schemeClr val="accent1">
                <a:lumMod val="60000"/>
                <a:lumOff val="40000"/>
              </a:schemeClr>
            </a:solidFill>
          </a:ln>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C5F0AAA4-E3F0-0261-6D3C-B5D9430533CA}"/>
              </a:ext>
            </a:extLst>
          </p:cNvPr>
          <p:cNvCxnSpPr>
            <a:cxnSpLocks/>
          </p:cNvCxnSpPr>
          <p:nvPr userDrawn="1"/>
        </p:nvCxnSpPr>
        <p:spPr>
          <a:xfrm>
            <a:off x="3629459" y="3284461"/>
            <a:ext cx="0" cy="1044000"/>
          </a:xfrm>
          <a:prstGeom prst="line">
            <a:avLst/>
          </a:prstGeom>
          <a:ln w="76200">
            <a:solidFill>
              <a:schemeClr val="accent1">
                <a:lumMod val="40000"/>
                <a:lumOff val="60000"/>
              </a:schemeClr>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9203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ored Tex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FB8F8-1379-2E6C-FF2A-E4C3C8AFB1CA}"/>
              </a:ext>
            </a:extLst>
          </p:cNvPr>
          <p:cNvSpPr>
            <a:spLocks noGrp="1"/>
          </p:cNvSpPr>
          <p:nvPr>
            <p:ph type="title" hasCustomPrompt="1"/>
          </p:nvPr>
        </p:nvSpPr>
        <p:spPr/>
        <p:txBody>
          <a:bodyPr/>
          <a:lstStyle>
            <a:lvl1pPr>
              <a:defRPr/>
            </a:lvl1pPr>
          </a:lstStyle>
          <a:p>
            <a:r>
              <a:rPr lang="en-US" dirty="0"/>
              <a:t>Click to add title</a:t>
            </a:r>
            <a:endParaRPr lang="de-CH" dirty="0"/>
          </a:p>
        </p:txBody>
      </p:sp>
      <p:sp>
        <p:nvSpPr>
          <p:cNvPr id="3" name="Slide Number Placeholder 2">
            <a:extLst>
              <a:ext uri="{FF2B5EF4-FFF2-40B4-BE49-F238E27FC236}">
                <a16:creationId xmlns:a16="http://schemas.microsoft.com/office/drawing/2014/main" id="{ABE54153-A7A7-35B0-970F-73A76C5B2DD5}"/>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3BD3B0B9-0363-A225-6B3E-CC4DB2ECEE4B}"/>
              </a:ext>
            </a:extLst>
          </p:cNvPr>
          <p:cNvSpPr>
            <a:spLocks noGrp="1"/>
          </p:cNvSpPr>
          <p:nvPr>
            <p:ph type="ftr" sz="quarter" idx="11"/>
          </p:nvPr>
        </p:nvSpPr>
        <p:spPr/>
        <p:txBody>
          <a:bodyPr/>
          <a:lstStyle/>
          <a:p>
            <a:endParaRPr lang="de-CH" sz="900" dirty="0"/>
          </a:p>
        </p:txBody>
      </p:sp>
      <p:sp>
        <p:nvSpPr>
          <p:cNvPr id="5" name="Rectangle 4">
            <a:extLst>
              <a:ext uri="{FF2B5EF4-FFF2-40B4-BE49-F238E27FC236}">
                <a16:creationId xmlns:a16="http://schemas.microsoft.com/office/drawing/2014/main" id="{937E0682-A2BC-60AC-AB25-B66C56A9BC57}"/>
              </a:ext>
            </a:extLst>
          </p:cNvPr>
          <p:cNvSpPr/>
          <p:nvPr userDrawn="1"/>
        </p:nvSpPr>
        <p:spPr>
          <a:xfrm>
            <a:off x="473444" y="915988"/>
            <a:ext cx="3897665" cy="158475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7" name="Rectangle 6">
            <a:extLst>
              <a:ext uri="{FF2B5EF4-FFF2-40B4-BE49-F238E27FC236}">
                <a16:creationId xmlns:a16="http://schemas.microsoft.com/office/drawing/2014/main" id="{1C7F340E-E584-01B3-B27B-5CC6CB446E3D}"/>
              </a:ext>
            </a:extLst>
          </p:cNvPr>
          <p:cNvSpPr/>
          <p:nvPr userDrawn="1"/>
        </p:nvSpPr>
        <p:spPr>
          <a:xfrm>
            <a:off x="468313" y="2750706"/>
            <a:ext cx="3897665" cy="158475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8" name="Rectangle 7">
            <a:extLst>
              <a:ext uri="{FF2B5EF4-FFF2-40B4-BE49-F238E27FC236}">
                <a16:creationId xmlns:a16="http://schemas.microsoft.com/office/drawing/2014/main" id="{2BB78F2A-B3C9-C05C-CB05-8345F4DF651B}"/>
              </a:ext>
            </a:extLst>
          </p:cNvPr>
          <p:cNvSpPr/>
          <p:nvPr userDrawn="1"/>
        </p:nvSpPr>
        <p:spPr>
          <a:xfrm>
            <a:off x="4706007" y="915988"/>
            <a:ext cx="3897665" cy="158475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9" name="Rectangle 8">
            <a:extLst>
              <a:ext uri="{FF2B5EF4-FFF2-40B4-BE49-F238E27FC236}">
                <a16:creationId xmlns:a16="http://schemas.microsoft.com/office/drawing/2014/main" id="{B005DE6E-CF65-53C8-2623-55AA8BA31AA7}"/>
              </a:ext>
            </a:extLst>
          </p:cNvPr>
          <p:cNvSpPr/>
          <p:nvPr userDrawn="1"/>
        </p:nvSpPr>
        <p:spPr>
          <a:xfrm>
            <a:off x="4706007" y="2750704"/>
            <a:ext cx="3897665" cy="158475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cxnSp>
        <p:nvCxnSpPr>
          <p:cNvPr id="11" name="Straight Connector 10">
            <a:extLst>
              <a:ext uri="{FF2B5EF4-FFF2-40B4-BE49-F238E27FC236}">
                <a16:creationId xmlns:a16="http://schemas.microsoft.com/office/drawing/2014/main" id="{A33D9F00-3690-8830-416B-CDEC1AA2FF3B}"/>
              </a:ext>
            </a:extLst>
          </p:cNvPr>
          <p:cNvCxnSpPr/>
          <p:nvPr userDrawn="1"/>
        </p:nvCxnSpPr>
        <p:spPr>
          <a:xfrm>
            <a:off x="468313" y="915988"/>
            <a:ext cx="0" cy="1584757"/>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CAB629F-4098-24B4-BFE9-F259C8ADDFD1}"/>
              </a:ext>
            </a:extLst>
          </p:cNvPr>
          <p:cNvCxnSpPr/>
          <p:nvPr userDrawn="1"/>
        </p:nvCxnSpPr>
        <p:spPr>
          <a:xfrm>
            <a:off x="468313" y="2750704"/>
            <a:ext cx="0" cy="1584757"/>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88DAAB2-3E22-3865-FF8E-164D648EA46B}"/>
              </a:ext>
            </a:extLst>
          </p:cNvPr>
          <p:cNvCxnSpPr/>
          <p:nvPr userDrawn="1"/>
        </p:nvCxnSpPr>
        <p:spPr>
          <a:xfrm>
            <a:off x="4706007" y="915988"/>
            <a:ext cx="0" cy="1584757"/>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EC1E4B7-91F9-70B7-FD63-980336DB9689}"/>
              </a:ext>
            </a:extLst>
          </p:cNvPr>
          <p:cNvCxnSpPr/>
          <p:nvPr userDrawn="1"/>
        </p:nvCxnSpPr>
        <p:spPr>
          <a:xfrm>
            <a:off x="4706007" y="2750702"/>
            <a:ext cx="0" cy="1584757"/>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15" name="Text Placeholder 6">
            <a:extLst>
              <a:ext uri="{FF2B5EF4-FFF2-40B4-BE49-F238E27FC236}">
                <a16:creationId xmlns:a16="http://schemas.microsoft.com/office/drawing/2014/main" id="{1FB079DC-8BB0-65B7-AE1A-F8F1A77A28CE}"/>
              </a:ext>
            </a:extLst>
          </p:cNvPr>
          <p:cNvSpPr>
            <a:spLocks noGrp="1"/>
          </p:cNvSpPr>
          <p:nvPr>
            <p:ph type="body" sz="quarter" idx="12"/>
          </p:nvPr>
        </p:nvSpPr>
        <p:spPr>
          <a:xfrm>
            <a:off x="671584" y="1017519"/>
            <a:ext cx="3602543" cy="1410456"/>
          </a:xfrm>
        </p:spPr>
        <p:txBody>
          <a:bodyPr/>
          <a:lstStyle>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6">
            <a:extLst>
              <a:ext uri="{FF2B5EF4-FFF2-40B4-BE49-F238E27FC236}">
                <a16:creationId xmlns:a16="http://schemas.microsoft.com/office/drawing/2014/main" id="{A5F3AEAE-BD58-FD15-030D-6A3EE2364496}"/>
              </a:ext>
            </a:extLst>
          </p:cNvPr>
          <p:cNvSpPr>
            <a:spLocks noGrp="1"/>
          </p:cNvSpPr>
          <p:nvPr>
            <p:ph type="body" sz="quarter" idx="13"/>
          </p:nvPr>
        </p:nvSpPr>
        <p:spPr>
          <a:xfrm>
            <a:off x="4869873" y="1017519"/>
            <a:ext cx="3602543" cy="1410456"/>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6">
            <a:extLst>
              <a:ext uri="{FF2B5EF4-FFF2-40B4-BE49-F238E27FC236}">
                <a16:creationId xmlns:a16="http://schemas.microsoft.com/office/drawing/2014/main" id="{8AB4EDA8-C71E-2174-3085-FDC78486473F}"/>
              </a:ext>
            </a:extLst>
          </p:cNvPr>
          <p:cNvSpPr>
            <a:spLocks noGrp="1"/>
          </p:cNvSpPr>
          <p:nvPr>
            <p:ph type="body" sz="quarter" idx="14"/>
          </p:nvPr>
        </p:nvSpPr>
        <p:spPr>
          <a:xfrm>
            <a:off x="671583" y="2837852"/>
            <a:ext cx="3602543" cy="1410456"/>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6">
            <a:extLst>
              <a:ext uri="{FF2B5EF4-FFF2-40B4-BE49-F238E27FC236}">
                <a16:creationId xmlns:a16="http://schemas.microsoft.com/office/drawing/2014/main" id="{4878AB8E-79BF-8432-4D99-5A4788438CC7}"/>
              </a:ext>
            </a:extLst>
          </p:cNvPr>
          <p:cNvSpPr>
            <a:spLocks noGrp="1"/>
          </p:cNvSpPr>
          <p:nvPr>
            <p:ph type="body" sz="quarter" idx="15"/>
          </p:nvPr>
        </p:nvSpPr>
        <p:spPr>
          <a:xfrm>
            <a:off x="4869873" y="2848003"/>
            <a:ext cx="3602543" cy="1410456"/>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225496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Pilla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CBB44-F435-7C5D-7CDE-02C1B041DA53}"/>
              </a:ext>
            </a:extLst>
          </p:cNvPr>
          <p:cNvSpPr>
            <a:spLocks noGrp="1"/>
          </p:cNvSpPr>
          <p:nvPr>
            <p:ph type="title" hasCustomPrompt="1"/>
          </p:nvPr>
        </p:nvSpPr>
        <p:spPr/>
        <p:txBody>
          <a:bodyPr/>
          <a:lstStyle>
            <a:lvl1pPr>
              <a:defRPr/>
            </a:lvl1pPr>
          </a:lstStyle>
          <a:p>
            <a:r>
              <a:rPr lang="en-US" dirty="0"/>
              <a:t>Click to add title</a:t>
            </a:r>
            <a:endParaRPr lang="de-CH" dirty="0"/>
          </a:p>
        </p:txBody>
      </p:sp>
      <p:sp>
        <p:nvSpPr>
          <p:cNvPr id="3" name="Slide Number Placeholder 2">
            <a:extLst>
              <a:ext uri="{FF2B5EF4-FFF2-40B4-BE49-F238E27FC236}">
                <a16:creationId xmlns:a16="http://schemas.microsoft.com/office/drawing/2014/main" id="{B085CA3D-CEBD-4CDF-E493-BB3FC2E507FA}"/>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4755EDCE-2F15-A315-EAA6-7DDF30347FF4}"/>
              </a:ext>
            </a:extLst>
          </p:cNvPr>
          <p:cNvSpPr>
            <a:spLocks noGrp="1"/>
          </p:cNvSpPr>
          <p:nvPr>
            <p:ph type="ftr" sz="quarter" idx="11"/>
          </p:nvPr>
        </p:nvSpPr>
        <p:spPr/>
        <p:txBody>
          <a:bodyPr/>
          <a:lstStyle/>
          <a:p>
            <a:endParaRPr lang="de-CH" sz="900" dirty="0"/>
          </a:p>
        </p:txBody>
      </p:sp>
      <p:sp>
        <p:nvSpPr>
          <p:cNvPr id="5" name="Rectangle: Rounded Corners 3">
            <a:extLst>
              <a:ext uri="{FF2B5EF4-FFF2-40B4-BE49-F238E27FC236}">
                <a16:creationId xmlns:a16="http://schemas.microsoft.com/office/drawing/2014/main" id="{0A2EE4A3-DD96-7DCA-2BCE-D83BCC01D7FA}"/>
              </a:ext>
            </a:extLst>
          </p:cNvPr>
          <p:cNvSpPr/>
          <p:nvPr userDrawn="1"/>
        </p:nvSpPr>
        <p:spPr>
          <a:xfrm>
            <a:off x="485775" y="915988"/>
            <a:ext cx="2571750" cy="3370262"/>
          </a:xfrm>
          <a:prstGeom prst="rect">
            <a:avLst/>
          </a:prstGeom>
          <a:solidFill>
            <a:srgbClr val="F5F3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350" dirty="0"/>
          </a:p>
        </p:txBody>
      </p:sp>
      <p:sp>
        <p:nvSpPr>
          <p:cNvPr id="6" name="Rectangle: Rounded Corners 4">
            <a:extLst>
              <a:ext uri="{FF2B5EF4-FFF2-40B4-BE49-F238E27FC236}">
                <a16:creationId xmlns:a16="http://schemas.microsoft.com/office/drawing/2014/main" id="{76D37D87-F8E5-7902-0908-E837E8E0B7E6}"/>
              </a:ext>
            </a:extLst>
          </p:cNvPr>
          <p:cNvSpPr/>
          <p:nvPr userDrawn="1"/>
        </p:nvSpPr>
        <p:spPr>
          <a:xfrm>
            <a:off x="473444" y="915988"/>
            <a:ext cx="69481" cy="3370262"/>
          </a:xfrm>
          <a:prstGeom prst="rect">
            <a:avLst/>
          </a:prstGeom>
          <a:solidFill>
            <a:srgbClr val="432BA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350" dirty="0"/>
          </a:p>
        </p:txBody>
      </p:sp>
      <p:sp>
        <p:nvSpPr>
          <p:cNvPr id="7" name="Rectangle: Rounded Corners 7">
            <a:extLst>
              <a:ext uri="{FF2B5EF4-FFF2-40B4-BE49-F238E27FC236}">
                <a16:creationId xmlns:a16="http://schemas.microsoft.com/office/drawing/2014/main" id="{73D55287-7CE8-372E-376E-2877E46082E5}"/>
              </a:ext>
            </a:extLst>
          </p:cNvPr>
          <p:cNvSpPr/>
          <p:nvPr userDrawn="1"/>
        </p:nvSpPr>
        <p:spPr>
          <a:xfrm>
            <a:off x="3228975" y="915988"/>
            <a:ext cx="2571750" cy="3370262"/>
          </a:xfrm>
          <a:prstGeom prst="rect">
            <a:avLst/>
          </a:prstGeom>
          <a:solidFill>
            <a:srgbClr val="F5F3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350"/>
          </a:p>
        </p:txBody>
      </p:sp>
      <p:sp>
        <p:nvSpPr>
          <p:cNvPr id="8" name="Rectangle: Rounded Corners 8">
            <a:extLst>
              <a:ext uri="{FF2B5EF4-FFF2-40B4-BE49-F238E27FC236}">
                <a16:creationId xmlns:a16="http://schemas.microsoft.com/office/drawing/2014/main" id="{A4B7E36A-9B92-16BD-7CB3-2A106618EE33}"/>
              </a:ext>
            </a:extLst>
          </p:cNvPr>
          <p:cNvSpPr/>
          <p:nvPr userDrawn="1"/>
        </p:nvSpPr>
        <p:spPr>
          <a:xfrm>
            <a:off x="3227387" y="915988"/>
            <a:ext cx="58738" cy="3370262"/>
          </a:xfrm>
          <a:prstGeom prst="rect">
            <a:avLst/>
          </a:prstGeom>
          <a:solidFill>
            <a:srgbClr val="998CF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350"/>
          </a:p>
        </p:txBody>
      </p:sp>
      <p:sp>
        <p:nvSpPr>
          <p:cNvPr id="9" name="Rectangle: Rounded Corners 11">
            <a:extLst>
              <a:ext uri="{FF2B5EF4-FFF2-40B4-BE49-F238E27FC236}">
                <a16:creationId xmlns:a16="http://schemas.microsoft.com/office/drawing/2014/main" id="{B798DE3C-DC37-23A7-A7CC-DDAFF916EB26}"/>
              </a:ext>
            </a:extLst>
          </p:cNvPr>
          <p:cNvSpPr/>
          <p:nvPr userDrawn="1"/>
        </p:nvSpPr>
        <p:spPr>
          <a:xfrm>
            <a:off x="5972175" y="915988"/>
            <a:ext cx="2571750" cy="3370262"/>
          </a:xfrm>
          <a:prstGeom prst="rect">
            <a:avLst/>
          </a:prstGeom>
          <a:solidFill>
            <a:srgbClr val="F5F3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350"/>
          </a:p>
        </p:txBody>
      </p:sp>
      <p:sp>
        <p:nvSpPr>
          <p:cNvPr id="10" name="Rectangle: Rounded Corners 12">
            <a:extLst>
              <a:ext uri="{FF2B5EF4-FFF2-40B4-BE49-F238E27FC236}">
                <a16:creationId xmlns:a16="http://schemas.microsoft.com/office/drawing/2014/main" id="{4C7C1F9A-4756-79FD-40DE-6A5608BFC3E8}"/>
              </a:ext>
            </a:extLst>
          </p:cNvPr>
          <p:cNvSpPr/>
          <p:nvPr userDrawn="1"/>
        </p:nvSpPr>
        <p:spPr>
          <a:xfrm>
            <a:off x="5972175" y="915988"/>
            <a:ext cx="57150" cy="3370262"/>
          </a:xfrm>
          <a:prstGeom prst="rect">
            <a:avLst/>
          </a:prstGeom>
          <a:solidFill>
            <a:srgbClr val="DDE2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1350"/>
          </a:p>
        </p:txBody>
      </p:sp>
      <p:sp>
        <p:nvSpPr>
          <p:cNvPr id="14" name="Text Placeholder 13">
            <a:extLst>
              <a:ext uri="{FF2B5EF4-FFF2-40B4-BE49-F238E27FC236}">
                <a16:creationId xmlns:a16="http://schemas.microsoft.com/office/drawing/2014/main" id="{E0FD0970-113A-3988-6DB8-073AC7A28ED3}"/>
              </a:ext>
            </a:extLst>
          </p:cNvPr>
          <p:cNvSpPr>
            <a:spLocks noGrp="1"/>
          </p:cNvSpPr>
          <p:nvPr>
            <p:ph type="body" sz="quarter" idx="12"/>
          </p:nvPr>
        </p:nvSpPr>
        <p:spPr>
          <a:xfrm>
            <a:off x="671513" y="1035083"/>
            <a:ext cx="2273300" cy="313528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3">
            <a:extLst>
              <a:ext uri="{FF2B5EF4-FFF2-40B4-BE49-F238E27FC236}">
                <a16:creationId xmlns:a16="http://schemas.microsoft.com/office/drawing/2014/main" id="{13ED4C84-4F4E-8928-F931-9EF23523C843}"/>
              </a:ext>
            </a:extLst>
          </p:cNvPr>
          <p:cNvSpPr>
            <a:spLocks noGrp="1"/>
          </p:cNvSpPr>
          <p:nvPr>
            <p:ph type="body" sz="quarter" idx="13"/>
          </p:nvPr>
        </p:nvSpPr>
        <p:spPr>
          <a:xfrm>
            <a:off x="3378200" y="1035084"/>
            <a:ext cx="2273300" cy="313527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13">
            <a:extLst>
              <a:ext uri="{FF2B5EF4-FFF2-40B4-BE49-F238E27FC236}">
                <a16:creationId xmlns:a16="http://schemas.microsoft.com/office/drawing/2014/main" id="{D812056F-9A3A-3BF3-673E-57EEEFC6FCAC}"/>
              </a:ext>
            </a:extLst>
          </p:cNvPr>
          <p:cNvSpPr>
            <a:spLocks noGrp="1"/>
          </p:cNvSpPr>
          <p:nvPr>
            <p:ph type="body" sz="quarter" idx="14"/>
          </p:nvPr>
        </p:nvSpPr>
        <p:spPr>
          <a:xfrm>
            <a:off x="6199187" y="1035084"/>
            <a:ext cx="2273300" cy="313528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788595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Roadma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B394C-A1A4-023D-FC5F-56BE651F387A}"/>
              </a:ext>
            </a:extLst>
          </p:cNvPr>
          <p:cNvSpPr>
            <a:spLocks noGrp="1"/>
          </p:cNvSpPr>
          <p:nvPr>
            <p:ph type="title"/>
          </p:nvPr>
        </p:nvSpPr>
        <p:spPr/>
        <p:txBody>
          <a:bodyPr/>
          <a:lstStyle/>
          <a:p>
            <a:r>
              <a:rPr lang="en-US"/>
              <a:t>Click to edit Master title style</a:t>
            </a:r>
            <a:endParaRPr lang="de-CH"/>
          </a:p>
        </p:txBody>
      </p:sp>
      <p:sp>
        <p:nvSpPr>
          <p:cNvPr id="3" name="Slide Number Placeholder 2">
            <a:extLst>
              <a:ext uri="{FF2B5EF4-FFF2-40B4-BE49-F238E27FC236}">
                <a16:creationId xmlns:a16="http://schemas.microsoft.com/office/drawing/2014/main" id="{0E9451D5-6578-DC75-D087-C328EE64E54B}"/>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C00237F5-C50E-C892-39A7-EEDD5040FE14}"/>
              </a:ext>
            </a:extLst>
          </p:cNvPr>
          <p:cNvSpPr>
            <a:spLocks noGrp="1"/>
          </p:cNvSpPr>
          <p:nvPr>
            <p:ph type="ftr" sz="quarter" idx="11"/>
          </p:nvPr>
        </p:nvSpPr>
        <p:spPr/>
        <p:txBody>
          <a:bodyPr/>
          <a:lstStyle/>
          <a:p>
            <a:endParaRPr lang="de-CH" sz="900" dirty="0"/>
          </a:p>
        </p:txBody>
      </p:sp>
      <p:sp>
        <p:nvSpPr>
          <p:cNvPr id="35" name="Oval 5">
            <a:extLst>
              <a:ext uri="{FF2B5EF4-FFF2-40B4-BE49-F238E27FC236}">
                <a16:creationId xmlns:a16="http://schemas.microsoft.com/office/drawing/2014/main" id="{C3F2323D-F148-D56F-19D4-FCBB34F56F2D}"/>
              </a:ext>
            </a:extLst>
          </p:cNvPr>
          <p:cNvSpPr>
            <a:spLocks noChangeArrowheads="1"/>
          </p:cNvSpPr>
          <p:nvPr userDrawn="1"/>
        </p:nvSpPr>
        <p:spPr bwMode="auto">
          <a:xfrm>
            <a:off x="988646" y="1966115"/>
            <a:ext cx="940169" cy="940169"/>
          </a:xfrm>
          <a:prstGeom prst="ellipse">
            <a:avLst/>
          </a:prstGeom>
          <a:solidFill>
            <a:schemeClr val="accent1"/>
          </a:solidFill>
          <a:ln>
            <a:noFill/>
          </a:ln>
          <a:effectLst/>
        </p:spPr>
        <p:txBody>
          <a:bodyPr vert="horz" wrap="square" lIns="68580" tIns="34290" rIns="68580" bIns="34290" numCol="1" anchor="t" anchorCtr="0" compatLnSpc="1">
            <a:prstTxWarp prst="textNoShape">
              <a:avLst/>
            </a:prstTxWarp>
          </a:bodyPr>
          <a:lstStyle/>
          <a:p>
            <a:pPr defTabSz="457189"/>
            <a:endParaRPr lang="en-US" sz="1350">
              <a:solidFill>
                <a:srgbClr val="000000"/>
              </a:solidFill>
              <a:latin typeface="Aptos" panose="02110004020202020204"/>
            </a:endParaRPr>
          </a:p>
        </p:txBody>
      </p:sp>
      <p:sp>
        <p:nvSpPr>
          <p:cNvPr id="36" name="Oval 6">
            <a:extLst>
              <a:ext uri="{FF2B5EF4-FFF2-40B4-BE49-F238E27FC236}">
                <a16:creationId xmlns:a16="http://schemas.microsoft.com/office/drawing/2014/main" id="{DB4E3B2C-16B3-2F7C-4423-03D625EC6010}"/>
              </a:ext>
            </a:extLst>
          </p:cNvPr>
          <p:cNvSpPr>
            <a:spLocks noChangeArrowheads="1"/>
          </p:cNvSpPr>
          <p:nvPr userDrawn="1"/>
        </p:nvSpPr>
        <p:spPr bwMode="auto">
          <a:xfrm>
            <a:off x="4101280" y="1966115"/>
            <a:ext cx="941444" cy="940169"/>
          </a:xfrm>
          <a:prstGeom prst="ellipse">
            <a:avLst/>
          </a:prstGeom>
          <a:solidFill>
            <a:schemeClr val="accent1">
              <a:lumMod val="40000"/>
              <a:lumOff val="60000"/>
            </a:schemeClr>
          </a:solidFill>
          <a:ln>
            <a:noFill/>
          </a:ln>
        </p:spPr>
        <p:txBody>
          <a:bodyPr vert="horz" wrap="square" lIns="68580" tIns="34290" rIns="68580" bIns="34290" numCol="1" anchor="t" anchorCtr="0" compatLnSpc="1">
            <a:prstTxWarp prst="textNoShape">
              <a:avLst/>
            </a:prstTxWarp>
          </a:bodyPr>
          <a:lstStyle/>
          <a:p>
            <a:pPr defTabSz="457189"/>
            <a:endParaRPr lang="en-US" sz="1350">
              <a:solidFill>
                <a:srgbClr val="000000"/>
              </a:solidFill>
              <a:latin typeface="Aptos" panose="02110004020202020204"/>
            </a:endParaRPr>
          </a:p>
        </p:txBody>
      </p:sp>
      <p:sp>
        <p:nvSpPr>
          <p:cNvPr id="37" name="Oval 7">
            <a:extLst>
              <a:ext uri="{FF2B5EF4-FFF2-40B4-BE49-F238E27FC236}">
                <a16:creationId xmlns:a16="http://schemas.microsoft.com/office/drawing/2014/main" id="{E9CEFFE1-1FAD-7A6D-B6D7-C07DEFCFB2CF}"/>
              </a:ext>
            </a:extLst>
          </p:cNvPr>
          <p:cNvSpPr>
            <a:spLocks noChangeArrowheads="1"/>
          </p:cNvSpPr>
          <p:nvPr userDrawn="1"/>
        </p:nvSpPr>
        <p:spPr bwMode="auto">
          <a:xfrm>
            <a:off x="7215189" y="1966115"/>
            <a:ext cx="940169" cy="940169"/>
          </a:xfrm>
          <a:prstGeom prst="ellipse">
            <a:avLst/>
          </a:prstGeom>
          <a:solidFill>
            <a:schemeClr val="accent6"/>
          </a:solidFill>
          <a:ln>
            <a:noFill/>
          </a:ln>
        </p:spPr>
        <p:txBody>
          <a:bodyPr vert="horz" wrap="square" lIns="68580" tIns="34290" rIns="68580" bIns="34290" numCol="1" anchor="t" anchorCtr="0" compatLnSpc="1">
            <a:prstTxWarp prst="textNoShape">
              <a:avLst/>
            </a:prstTxWarp>
          </a:bodyPr>
          <a:lstStyle/>
          <a:p>
            <a:pPr defTabSz="457189"/>
            <a:endParaRPr lang="en-US" sz="1350">
              <a:solidFill>
                <a:srgbClr val="000000"/>
              </a:solidFill>
              <a:latin typeface="Aptos" panose="02110004020202020204"/>
            </a:endParaRPr>
          </a:p>
        </p:txBody>
      </p:sp>
      <p:sp>
        <p:nvSpPr>
          <p:cNvPr id="38" name="Oval 8">
            <a:extLst>
              <a:ext uri="{FF2B5EF4-FFF2-40B4-BE49-F238E27FC236}">
                <a16:creationId xmlns:a16="http://schemas.microsoft.com/office/drawing/2014/main" id="{E17FDB97-37B8-99D8-D44B-C7593BB4EFED}"/>
              </a:ext>
            </a:extLst>
          </p:cNvPr>
          <p:cNvSpPr>
            <a:spLocks noChangeArrowheads="1"/>
          </p:cNvSpPr>
          <p:nvPr userDrawn="1"/>
        </p:nvSpPr>
        <p:spPr bwMode="auto">
          <a:xfrm>
            <a:off x="2544963" y="2654977"/>
            <a:ext cx="940169" cy="941444"/>
          </a:xfrm>
          <a:prstGeom prst="ellipse">
            <a:avLst/>
          </a:prstGeom>
          <a:solidFill>
            <a:schemeClr val="accent2"/>
          </a:solidFill>
          <a:ln>
            <a:noFill/>
          </a:ln>
        </p:spPr>
        <p:txBody>
          <a:bodyPr vert="horz" wrap="square" lIns="68580" tIns="34290" rIns="68580" bIns="34290" numCol="1" anchor="t" anchorCtr="0" compatLnSpc="1">
            <a:prstTxWarp prst="textNoShape">
              <a:avLst/>
            </a:prstTxWarp>
          </a:bodyPr>
          <a:lstStyle/>
          <a:p>
            <a:pPr defTabSz="457189"/>
            <a:endParaRPr lang="en-US" sz="1350">
              <a:solidFill>
                <a:srgbClr val="000000"/>
              </a:solidFill>
              <a:latin typeface="Aptos" panose="02110004020202020204"/>
            </a:endParaRPr>
          </a:p>
        </p:txBody>
      </p:sp>
      <p:sp>
        <p:nvSpPr>
          <p:cNvPr id="39" name="Oval 9">
            <a:extLst>
              <a:ext uri="{FF2B5EF4-FFF2-40B4-BE49-F238E27FC236}">
                <a16:creationId xmlns:a16="http://schemas.microsoft.com/office/drawing/2014/main" id="{A87770F1-E658-290C-8E77-142E774F1228}"/>
              </a:ext>
            </a:extLst>
          </p:cNvPr>
          <p:cNvSpPr>
            <a:spLocks noChangeArrowheads="1"/>
          </p:cNvSpPr>
          <p:nvPr userDrawn="1"/>
        </p:nvSpPr>
        <p:spPr bwMode="auto">
          <a:xfrm>
            <a:off x="5658872" y="2654977"/>
            <a:ext cx="940169" cy="941444"/>
          </a:xfrm>
          <a:prstGeom prst="ellipse">
            <a:avLst/>
          </a:prstGeom>
          <a:solidFill>
            <a:schemeClr val="accent3"/>
          </a:solidFill>
          <a:ln>
            <a:noFill/>
          </a:ln>
        </p:spPr>
        <p:txBody>
          <a:bodyPr vert="horz" wrap="square" lIns="68580" tIns="34290" rIns="68580" bIns="34290" numCol="1" anchor="t" anchorCtr="0" compatLnSpc="1">
            <a:prstTxWarp prst="textNoShape">
              <a:avLst/>
            </a:prstTxWarp>
          </a:bodyPr>
          <a:lstStyle/>
          <a:p>
            <a:pPr defTabSz="457189"/>
            <a:endParaRPr lang="en-US" sz="1350">
              <a:solidFill>
                <a:srgbClr val="000000"/>
              </a:solidFill>
              <a:latin typeface="Aptos" panose="02110004020202020204"/>
            </a:endParaRPr>
          </a:p>
        </p:txBody>
      </p:sp>
      <p:sp>
        <p:nvSpPr>
          <p:cNvPr id="40" name="Freeform 14">
            <a:extLst>
              <a:ext uri="{FF2B5EF4-FFF2-40B4-BE49-F238E27FC236}">
                <a16:creationId xmlns:a16="http://schemas.microsoft.com/office/drawing/2014/main" id="{57A3D1B2-62D6-3E6B-E793-DD0D2BF1C3C8}"/>
              </a:ext>
            </a:extLst>
          </p:cNvPr>
          <p:cNvSpPr>
            <a:spLocks/>
          </p:cNvSpPr>
          <p:nvPr userDrawn="1"/>
        </p:nvSpPr>
        <p:spPr bwMode="auto">
          <a:xfrm>
            <a:off x="0" y="1649749"/>
            <a:ext cx="9144000" cy="2261763"/>
          </a:xfrm>
          <a:custGeom>
            <a:avLst/>
            <a:gdLst>
              <a:gd name="T0" fmla="*/ 0 w 7680"/>
              <a:gd name="T1" fmla="*/ 654 h 1897"/>
              <a:gd name="T2" fmla="*/ 571 w 7680"/>
              <a:gd name="T3" fmla="*/ 654 h 1897"/>
              <a:gd name="T4" fmla="*/ 571 w 7680"/>
              <a:gd name="T5" fmla="*/ 654 h 1897"/>
              <a:gd name="T6" fmla="*/ 1225 w 7680"/>
              <a:gd name="T7" fmla="*/ 0 h 1897"/>
              <a:gd name="T8" fmla="*/ 1225 w 7680"/>
              <a:gd name="T9" fmla="*/ 0 h 1897"/>
              <a:gd name="T10" fmla="*/ 1879 w 7680"/>
              <a:gd name="T11" fmla="*/ 654 h 1897"/>
              <a:gd name="T12" fmla="*/ 1879 w 7680"/>
              <a:gd name="T13" fmla="*/ 1243 h 1897"/>
              <a:gd name="T14" fmla="*/ 2532 w 7680"/>
              <a:gd name="T15" fmla="*/ 1897 h 1897"/>
              <a:gd name="T16" fmla="*/ 2532 w 7680"/>
              <a:gd name="T17" fmla="*/ 1897 h 1897"/>
              <a:gd name="T18" fmla="*/ 3186 w 7680"/>
              <a:gd name="T19" fmla="*/ 1243 h 1897"/>
              <a:gd name="T20" fmla="*/ 3186 w 7680"/>
              <a:gd name="T21" fmla="*/ 654 h 1897"/>
              <a:gd name="T22" fmla="*/ 3840 w 7680"/>
              <a:gd name="T23" fmla="*/ 0 h 1897"/>
              <a:gd name="T24" fmla="*/ 3840 w 7680"/>
              <a:gd name="T25" fmla="*/ 0 h 1897"/>
              <a:gd name="T26" fmla="*/ 4494 w 7680"/>
              <a:gd name="T27" fmla="*/ 654 h 1897"/>
              <a:gd name="T28" fmla="*/ 4494 w 7680"/>
              <a:gd name="T29" fmla="*/ 1243 h 1897"/>
              <a:gd name="T30" fmla="*/ 5148 w 7680"/>
              <a:gd name="T31" fmla="*/ 1897 h 1897"/>
              <a:gd name="T32" fmla="*/ 5148 w 7680"/>
              <a:gd name="T33" fmla="*/ 1897 h 1897"/>
              <a:gd name="T34" fmla="*/ 5801 w 7680"/>
              <a:gd name="T35" fmla="*/ 1243 h 1897"/>
              <a:gd name="T36" fmla="*/ 5801 w 7680"/>
              <a:gd name="T37" fmla="*/ 654 h 1897"/>
              <a:gd name="T38" fmla="*/ 6455 w 7680"/>
              <a:gd name="T39" fmla="*/ 0 h 1897"/>
              <a:gd name="T40" fmla="*/ 6455 w 7680"/>
              <a:gd name="T41" fmla="*/ 0 h 1897"/>
              <a:gd name="T42" fmla="*/ 7109 w 7680"/>
              <a:gd name="T43" fmla="*/ 654 h 1897"/>
              <a:gd name="T44" fmla="*/ 7109 w 7680"/>
              <a:gd name="T45" fmla="*/ 654 h 1897"/>
              <a:gd name="T46" fmla="*/ 7680 w 7680"/>
              <a:gd name="T47" fmla="*/ 654 h 1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680" h="1897">
                <a:moveTo>
                  <a:pt x="0" y="654"/>
                </a:moveTo>
                <a:cubicBezTo>
                  <a:pt x="571" y="654"/>
                  <a:pt x="571" y="654"/>
                  <a:pt x="571" y="654"/>
                </a:cubicBezTo>
                <a:cubicBezTo>
                  <a:pt x="571" y="654"/>
                  <a:pt x="571" y="654"/>
                  <a:pt x="571" y="654"/>
                </a:cubicBezTo>
                <a:cubicBezTo>
                  <a:pt x="571" y="293"/>
                  <a:pt x="864" y="0"/>
                  <a:pt x="1225" y="0"/>
                </a:cubicBezTo>
                <a:cubicBezTo>
                  <a:pt x="1225" y="0"/>
                  <a:pt x="1225" y="0"/>
                  <a:pt x="1225" y="0"/>
                </a:cubicBezTo>
                <a:cubicBezTo>
                  <a:pt x="1586" y="0"/>
                  <a:pt x="1879" y="293"/>
                  <a:pt x="1879" y="654"/>
                </a:cubicBezTo>
                <a:cubicBezTo>
                  <a:pt x="1879" y="1243"/>
                  <a:pt x="1879" y="1243"/>
                  <a:pt x="1879" y="1243"/>
                </a:cubicBezTo>
                <a:cubicBezTo>
                  <a:pt x="1879" y="1604"/>
                  <a:pt x="2171" y="1897"/>
                  <a:pt x="2532" y="1897"/>
                </a:cubicBezTo>
                <a:cubicBezTo>
                  <a:pt x="2532" y="1897"/>
                  <a:pt x="2532" y="1897"/>
                  <a:pt x="2532" y="1897"/>
                </a:cubicBezTo>
                <a:cubicBezTo>
                  <a:pt x="2894" y="1897"/>
                  <a:pt x="3186" y="1604"/>
                  <a:pt x="3186" y="1243"/>
                </a:cubicBezTo>
                <a:cubicBezTo>
                  <a:pt x="3186" y="654"/>
                  <a:pt x="3186" y="654"/>
                  <a:pt x="3186" y="654"/>
                </a:cubicBezTo>
                <a:cubicBezTo>
                  <a:pt x="3186" y="293"/>
                  <a:pt x="3479" y="0"/>
                  <a:pt x="3840" y="0"/>
                </a:cubicBezTo>
                <a:cubicBezTo>
                  <a:pt x="3840" y="0"/>
                  <a:pt x="3840" y="0"/>
                  <a:pt x="3840" y="0"/>
                </a:cubicBezTo>
                <a:cubicBezTo>
                  <a:pt x="4201" y="0"/>
                  <a:pt x="4494" y="293"/>
                  <a:pt x="4494" y="654"/>
                </a:cubicBezTo>
                <a:cubicBezTo>
                  <a:pt x="4494" y="1243"/>
                  <a:pt x="4494" y="1243"/>
                  <a:pt x="4494" y="1243"/>
                </a:cubicBezTo>
                <a:cubicBezTo>
                  <a:pt x="4494" y="1604"/>
                  <a:pt x="4786" y="1897"/>
                  <a:pt x="5148" y="1897"/>
                </a:cubicBezTo>
                <a:cubicBezTo>
                  <a:pt x="5148" y="1897"/>
                  <a:pt x="5148" y="1897"/>
                  <a:pt x="5148" y="1897"/>
                </a:cubicBezTo>
                <a:cubicBezTo>
                  <a:pt x="5509" y="1897"/>
                  <a:pt x="5801" y="1604"/>
                  <a:pt x="5801" y="1243"/>
                </a:cubicBezTo>
                <a:cubicBezTo>
                  <a:pt x="5801" y="654"/>
                  <a:pt x="5801" y="654"/>
                  <a:pt x="5801" y="654"/>
                </a:cubicBezTo>
                <a:cubicBezTo>
                  <a:pt x="5801" y="293"/>
                  <a:pt x="6094" y="0"/>
                  <a:pt x="6455" y="0"/>
                </a:cubicBezTo>
                <a:cubicBezTo>
                  <a:pt x="6455" y="0"/>
                  <a:pt x="6455" y="0"/>
                  <a:pt x="6455" y="0"/>
                </a:cubicBezTo>
                <a:cubicBezTo>
                  <a:pt x="6816" y="0"/>
                  <a:pt x="7109" y="293"/>
                  <a:pt x="7109" y="654"/>
                </a:cubicBezTo>
                <a:cubicBezTo>
                  <a:pt x="7109" y="654"/>
                  <a:pt x="7109" y="654"/>
                  <a:pt x="7109" y="654"/>
                </a:cubicBezTo>
                <a:cubicBezTo>
                  <a:pt x="7680" y="654"/>
                  <a:pt x="7680" y="654"/>
                  <a:pt x="7680" y="654"/>
                </a:cubicBezTo>
              </a:path>
            </a:pathLst>
          </a:custGeom>
          <a:noFill/>
          <a:ln w="317500" cap="flat">
            <a:solidFill>
              <a:schemeClr val="tx2">
                <a:lumMod val="10000"/>
                <a:lumOff val="9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457189"/>
            <a:endParaRPr lang="en-US" sz="1350">
              <a:solidFill>
                <a:srgbClr val="000000"/>
              </a:solidFill>
              <a:latin typeface="Aptos" panose="02110004020202020204"/>
            </a:endParaRPr>
          </a:p>
        </p:txBody>
      </p:sp>
      <p:cxnSp>
        <p:nvCxnSpPr>
          <p:cNvPr id="41" name="Straight Connector 40">
            <a:extLst>
              <a:ext uri="{FF2B5EF4-FFF2-40B4-BE49-F238E27FC236}">
                <a16:creationId xmlns:a16="http://schemas.microsoft.com/office/drawing/2014/main" id="{CE51E402-F3F4-35F5-DC54-AB59D05D1DBD}"/>
              </a:ext>
            </a:extLst>
          </p:cNvPr>
          <p:cNvCxnSpPr/>
          <p:nvPr userDrawn="1"/>
        </p:nvCxnSpPr>
        <p:spPr>
          <a:xfrm>
            <a:off x="1450904" y="2790297"/>
            <a:ext cx="0" cy="570216"/>
          </a:xfrm>
          <a:prstGeom prst="line">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14EE6C8-0997-66D9-B8B7-D1DBF03A2E41}"/>
              </a:ext>
            </a:extLst>
          </p:cNvPr>
          <p:cNvCxnSpPr/>
          <p:nvPr userDrawn="1"/>
        </p:nvCxnSpPr>
        <p:spPr>
          <a:xfrm>
            <a:off x="3015046" y="2175935"/>
            <a:ext cx="0" cy="570216"/>
          </a:xfrm>
          <a:prstGeom prst="line">
            <a:avLst/>
          </a:prstGeom>
          <a:ln w="19050">
            <a:solidFill>
              <a:schemeClr val="tx2"/>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7F60135-14EE-6AFE-DE95-08124B86F065}"/>
              </a:ext>
            </a:extLst>
          </p:cNvPr>
          <p:cNvCxnSpPr>
            <a:cxnSpLocks/>
            <a:stCxn id="36" idx="4"/>
          </p:cNvCxnSpPr>
          <p:nvPr userDrawn="1"/>
        </p:nvCxnSpPr>
        <p:spPr>
          <a:xfrm flipH="1">
            <a:off x="4572000" y="2906284"/>
            <a:ext cx="2" cy="454229"/>
          </a:xfrm>
          <a:prstGeom prst="line">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1506401-AE38-17F5-FB10-2F71DF311722}"/>
              </a:ext>
            </a:extLst>
          </p:cNvPr>
          <p:cNvCxnSpPr>
            <a:cxnSpLocks/>
            <a:endCxn id="39" idx="0"/>
          </p:cNvCxnSpPr>
          <p:nvPr userDrawn="1"/>
        </p:nvCxnSpPr>
        <p:spPr>
          <a:xfrm>
            <a:off x="6128955" y="2175935"/>
            <a:ext cx="2" cy="479042"/>
          </a:xfrm>
          <a:prstGeom prst="line">
            <a:avLst/>
          </a:prstGeom>
          <a:ln w="19050">
            <a:solidFill>
              <a:schemeClr val="tx2"/>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D4D0D3F-6DA4-53D3-9F5C-80F156868508}"/>
              </a:ext>
            </a:extLst>
          </p:cNvPr>
          <p:cNvCxnSpPr>
            <a:cxnSpLocks/>
            <a:stCxn id="37" idx="4"/>
          </p:cNvCxnSpPr>
          <p:nvPr userDrawn="1"/>
        </p:nvCxnSpPr>
        <p:spPr>
          <a:xfrm flipH="1">
            <a:off x="7685272" y="2906284"/>
            <a:ext cx="2" cy="454229"/>
          </a:xfrm>
          <a:prstGeom prst="line">
            <a:avLst/>
          </a:prstGeom>
          <a:ln w="19050">
            <a:solidFill>
              <a:schemeClr val="tx2"/>
            </a:solidFill>
            <a:tailEnd type="oval"/>
          </a:ln>
        </p:spPr>
        <p:style>
          <a:lnRef idx="1">
            <a:schemeClr val="accent1"/>
          </a:lnRef>
          <a:fillRef idx="0">
            <a:schemeClr val="accent1"/>
          </a:fillRef>
          <a:effectRef idx="0">
            <a:schemeClr val="accent1"/>
          </a:effectRef>
          <a:fontRef idx="minor">
            <a:schemeClr val="tx1"/>
          </a:fontRef>
        </p:style>
      </p:cxnSp>
      <p:sp>
        <p:nvSpPr>
          <p:cNvPr id="48" name="Text Placeholder 46">
            <a:extLst>
              <a:ext uri="{FF2B5EF4-FFF2-40B4-BE49-F238E27FC236}">
                <a16:creationId xmlns:a16="http://schemas.microsoft.com/office/drawing/2014/main" id="{70856DFB-4DF5-8A60-24AE-FE989722BABF}"/>
              </a:ext>
            </a:extLst>
          </p:cNvPr>
          <p:cNvSpPr>
            <a:spLocks noGrp="1"/>
          </p:cNvSpPr>
          <p:nvPr>
            <p:ph type="body" sz="quarter" idx="13" hasCustomPrompt="1"/>
          </p:nvPr>
        </p:nvSpPr>
        <p:spPr>
          <a:xfrm>
            <a:off x="827431" y="3453351"/>
            <a:ext cx="1246805" cy="282575"/>
          </a:xfrm>
        </p:spPr>
        <p:txBody>
          <a:bodyPr/>
          <a:lstStyle>
            <a:lvl1pPr algn="ctr">
              <a:buNone/>
              <a:defRPr b="1"/>
            </a:lvl1pPr>
          </a:lstStyle>
          <a:p>
            <a:pPr lvl="0"/>
            <a:r>
              <a:rPr lang="en-US" dirty="0"/>
              <a:t>Click to add text</a:t>
            </a:r>
            <a:endParaRPr lang="de-CH" dirty="0"/>
          </a:p>
        </p:txBody>
      </p:sp>
      <p:sp>
        <p:nvSpPr>
          <p:cNvPr id="61" name="Text Placeholder 60">
            <a:extLst>
              <a:ext uri="{FF2B5EF4-FFF2-40B4-BE49-F238E27FC236}">
                <a16:creationId xmlns:a16="http://schemas.microsoft.com/office/drawing/2014/main" id="{AC9ED137-E153-9808-2D0E-EE4CCED179B0}"/>
              </a:ext>
            </a:extLst>
          </p:cNvPr>
          <p:cNvSpPr>
            <a:spLocks noGrp="1"/>
          </p:cNvSpPr>
          <p:nvPr>
            <p:ph type="body" sz="quarter" idx="23" hasCustomPrompt="1"/>
          </p:nvPr>
        </p:nvSpPr>
        <p:spPr>
          <a:xfrm>
            <a:off x="827088" y="3851275"/>
            <a:ext cx="1247775" cy="688975"/>
          </a:xfrm>
        </p:spPr>
        <p:txBody>
          <a:bodyPr/>
          <a:lstStyle>
            <a:lvl1pPr algn="ctr">
              <a:buNone/>
              <a:defRPr sz="1200"/>
            </a:lvl1pPr>
          </a:lstStyle>
          <a:p>
            <a:pPr lvl="0"/>
            <a:r>
              <a:rPr lang="en-US" sz="1200" dirty="0"/>
              <a:t>Click to add text</a:t>
            </a:r>
            <a:endParaRPr lang="de-CH" dirty="0"/>
          </a:p>
        </p:txBody>
      </p:sp>
      <p:sp>
        <p:nvSpPr>
          <p:cNvPr id="63" name="Text Placeholder 46">
            <a:extLst>
              <a:ext uri="{FF2B5EF4-FFF2-40B4-BE49-F238E27FC236}">
                <a16:creationId xmlns:a16="http://schemas.microsoft.com/office/drawing/2014/main" id="{6CC2C5F4-8354-E703-67D7-D4FEF721120D}"/>
              </a:ext>
            </a:extLst>
          </p:cNvPr>
          <p:cNvSpPr>
            <a:spLocks noGrp="1"/>
          </p:cNvSpPr>
          <p:nvPr>
            <p:ph type="body" sz="quarter" idx="24" hasCustomPrompt="1"/>
          </p:nvPr>
        </p:nvSpPr>
        <p:spPr>
          <a:xfrm>
            <a:off x="2391503" y="919873"/>
            <a:ext cx="1246805" cy="282575"/>
          </a:xfrm>
        </p:spPr>
        <p:txBody>
          <a:bodyPr/>
          <a:lstStyle>
            <a:lvl1pPr algn="ctr">
              <a:buNone/>
              <a:defRPr b="1"/>
            </a:lvl1pPr>
          </a:lstStyle>
          <a:p>
            <a:pPr lvl="0"/>
            <a:r>
              <a:rPr lang="en-US" dirty="0"/>
              <a:t>Click to add text</a:t>
            </a:r>
            <a:endParaRPr lang="de-CH" dirty="0"/>
          </a:p>
        </p:txBody>
      </p:sp>
      <p:sp>
        <p:nvSpPr>
          <p:cNvPr id="64" name="Text Placeholder 60">
            <a:extLst>
              <a:ext uri="{FF2B5EF4-FFF2-40B4-BE49-F238E27FC236}">
                <a16:creationId xmlns:a16="http://schemas.microsoft.com/office/drawing/2014/main" id="{5C3F4F6E-CAFF-1E8E-EB8F-3757FBEAEAAD}"/>
              </a:ext>
            </a:extLst>
          </p:cNvPr>
          <p:cNvSpPr>
            <a:spLocks noGrp="1"/>
          </p:cNvSpPr>
          <p:nvPr>
            <p:ph type="body" sz="quarter" idx="25" hasCustomPrompt="1"/>
          </p:nvPr>
        </p:nvSpPr>
        <p:spPr>
          <a:xfrm>
            <a:off x="2391160" y="1317797"/>
            <a:ext cx="1247775" cy="688975"/>
          </a:xfrm>
        </p:spPr>
        <p:txBody>
          <a:bodyPr/>
          <a:lstStyle>
            <a:lvl1pPr algn="ctr">
              <a:buNone/>
              <a:defRPr sz="1200"/>
            </a:lvl1pPr>
          </a:lstStyle>
          <a:p>
            <a:pPr lvl="0"/>
            <a:r>
              <a:rPr lang="en-US" sz="1200" dirty="0"/>
              <a:t>Click to add text</a:t>
            </a:r>
            <a:endParaRPr lang="de-CH" dirty="0"/>
          </a:p>
        </p:txBody>
      </p:sp>
      <p:sp>
        <p:nvSpPr>
          <p:cNvPr id="65" name="Text Placeholder 46">
            <a:extLst>
              <a:ext uri="{FF2B5EF4-FFF2-40B4-BE49-F238E27FC236}">
                <a16:creationId xmlns:a16="http://schemas.microsoft.com/office/drawing/2014/main" id="{40A556FD-D857-188B-2C2A-7DE33DA61667}"/>
              </a:ext>
            </a:extLst>
          </p:cNvPr>
          <p:cNvSpPr>
            <a:spLocks noGrp="1"/>
          </p:cNvSpPr>
          <p:nvPr>
            <p:ph type="body" sz="quarter" idx="26" hasCustomPrompt="1"/>
          </p:nvPr>
        </p:nvSpPr>
        <p:spPr>
          <a:xfrm>
            <a:off x="3956202" y="3453351"/>
            <a:ext cx="1246805" cy="282575"/>
          </a:xfrm>
        </p:spPr>
        <p:txBody>
          <a:bodyPr/>
          <a:lstStyle>
            <a:lvl1pPr algn="ctr">
              <a:buNone/>
              <a:defRPr b="1"/>
            </a:lvl1pPr>
          </a:lstStyle>
          <a:p>
            <a:pPr lvl="0"/>
            <a:r>
              <a:rPr lang="en-US" dirty="0"/>
              <a:t>Click to add text</a:t>
            </a:r>
            <a:endParaRPr lang="de-CH" dirty="0"/>
          </a:p>
        </p:txBody>
      </p:sp>
      <p:sp>
        <p:nvSpPr>
          <p:cNvPr id="66" name="Text Placeholder 60">
            <a:extLst>
              <a:ext uri="{FF2B5EF4-FFF2-40B4-BE49-F238E27FC236}">
                <a16:creationId xmlns:a16="http://schemas.microsoft.com/office/drawing/2014/main" id="{F4A381A7-821B-C3DB-91F6-A1894EE0302E}"/>
              </a:ext>
            </a:extLst>
          </p:cNvPr>
          <p:cNvSpPr>
            <a:spLocks noGrp="1"/>
          </p:cNvSpPr>
          <p:nvPr>
            <p:ph type="body" sz="quarter" idx="27" hasCustomPrompt="1"/>
          </p:nvPr>
        </p:nvSpPr>
        <p:spPr>
          <a:xfrm>
            <a:off x="3955859" y="3851275"/>
            <a:ext cx="1247775" cy="688975"/>
          </a:xfrm>
        </p:spPr>
        <p:txBody>
          <a:bodyPr/>
          <a:lstStyle>
            <a:lvl1pPr algn="ctr">
              <a:buNone/>
              <a:defRPr sz="1200"/>
            </a:lvl1pPr>
          </a:lstStyle>
          <a:p>
            <a:pPr lvl="0"/>
            <a:r>
              <a:rPr lang="en-US" sz="1200" dirty="0"/>
              <a:t>Click to add text</a:t>
            </a:r>
            <a:endParaRPr lang="de-CH" dirty="0"/>
          </a:p>
        </p:txBody>
      </p:sp>
      <p:sp>
        <p:nvSpPr>
          <p:cNvPr id="67" name="Text Placeholder 46">
            <a:extLst>
              <a:ext uri="{FF2B5EF4-FFF2-40B4-BE49-F238E27FC236}">
                <a16:creationId xmlns:a16="http://schemas.microsoft.com/office/drawing/2014/main" id="{90921456-79B1-BD1E-7CF4-509EE1D61B14}"/>
              </a:ext>
            </a:extLst>
          </p:cNvPr>
          <p:cNvSpPr>
            <a:spLocks noGrp="1"/>
          </p:cNvSpPr>
          <p:nvPr>
            <p:ph type="body" sz="quarter" idx="28" hasCustomPrompt="1"/>
          </p:nvPr>
        </p:nvSpPr>
        <p:spPr>
          <a:xfrm>
            <a:off x="5505410" y="939340"/>
            <a:ext cx="1246805" cy="282575"/>
          </a:xfrm>
        </p:spPr>
        <p:txBody>
          <a:bodyPr/>
          <a:lstStyle>
            <a:lvl1pPr algn="ctr">
              <a:buNone/>
              <a:defRPr b="1"/>
            </a:lvl1pPr>
          </a:lstStyle>
          <a:p>
            <a:pPr lvl="0"/>
            <a:r>
              <a:rPr lang="en-US" dirty="0"/>
              <a:t>Click to add text</a:t>
            </a:r>
            <a:endParaRPr lang="de-CH" dirty="0"/>
          </a:p>
        </p:txBody>
      </p:sp>
      <p:sp>
        <p:nvSpPr>
          <p:cNvPr id="68" name="Text Placeholder 60">
            <a:extLst>
              <a:ext uri="{FF2B5EF4-FFF2-40B4-BE49-F238E27FC236}">
                <a16:creationId xmlns:a16="http://schemas.microsoft.com/office/drawing/2014/main" id="{A8352BA9-0561-F543-782F-2860746D109F}"/>
              </a:ext>
            </a:extLst>
          </p:cNvPr>
          <p:cNvSpPr>
            <a:spLocks noGrp="1"/>
          </p:cNvSpPr>
          <p:nvPr>
            <p:ph type="body" sz="quarter" idx="29" hasCustomPrompt="1"/>
          </p:nvPr>
        </p:nvSpPr>
        <p:spPr>
          <a:xfrm>
            <a:off x="5505067" y="1337264"/>
            <a:ext cx="1247775" cy="688975"/>
          </a:xfrm>
        </p:spPr>
        <p:txBody>
          <a:bodyPr/>
          <a:lstStyle>
            <a:lvl1pPr algn="ctr">
              <a:buNone/>
              <a:defRPr sz="1200"/>
            </a:lvl1pPr>
          </a:lstStyle>
          <a:p>
            <a:pPr lvl="0"/>
            <a:r>
              <a:rPr lang="en-US" sz="1200" dirty="0"/>
              <a:t>Click to add text</a:t>
            </a:r>
            <a:endParaRPr lang="de-CH" dirty="0"/>
          </a:p>
        </p:txBody>
      </p:sp>
      <p:sp>
        <p:nvSpPr>
          <p:cNvPr id="69" name="Text Placeholder 46">
            <a:extLst>
              <a:ext uri="{FF2B5EF4-FFF2-40B4-BE49-F238E27FC236}">
                <a16:creationId xmlns:a16="http://schemas.microsoft.com/office/drawing/2014/main" id="{1DA1A621-C0D8-88FE-E5F0-A854E166742B}"/>
              </a:ext>
            </a:extLst>
          </p:cNvPr>
          <p:cNvSpPr>
            <a:spLocks noGrp="1"/>
          </p:cNvSpPr>
          <p:nvPr>
            <p:ph type="body" sz="quarter" idx="30" hasCustomPrompt="1"/>
          </p:nvPr>
        </p:nvSpPr>
        <p:spPr>
          <a:xfrm>
            <a:off x="7084973" y="3448529"/>
            <a:ext cx="1246805" cy="282575"/>
          </a:xfrm>
        </p:spPr>
        <p:txBody>
          <a:bodyPr/>
          <a:lstStyle>
            <a:lvl1pPr algn="ctr">
              <a:buNone/>
              <a:defRPr b="1"/>
            </a:lvl1pPr>
          </a:lstStyle>
          <a:p>
            <a:pPr lvl="0"/>
            <a:r>
              <a:rPr lang="en-US" dirty="0"/>
              <a:t>Click to add text</a:t>
            </a:r>
            <a:endParaRPr lang="de-CH" dirty="0"/>
          </a:p>
        </p:txBody>
      </p:sp>
      <p:sp>
        <p:nvSpPr>
          <p:cNvPr id="70" name="Text Placeholder 60">
            <a:extLst>
              <a:ext uri="{FF2B5EF4-FFF2-40B4-BE49-F238E27FC236}">
                <a16:creationId xmlns:a16="http://schemas.microsoft.com/office/drawing/2014/main" id="{C3A5608E-31B0-CFC5-DA2A-E1B406CC77C7}"/>
              </a:ext>
            </a:extLst>
          </p:cNvPr>
          <p:cNvSpPr>
            <a:spLocks noGrp="1"/>
          </p:cNvSpPr>
          <p:nvPr>
            <p:ph type="body" sz="quarter" idx="31" hasCustomPrompt="1"/>
          </p:nvPr>
        </p:nvSpPr>
        <p:spPr>
          <a:xfrm>
            <a:off x="7084630" y="3846453"/>
            <a:ext cx="1247775" cy="688975"/>
          </a:xfrm>
        </p:spPr>
        <p:txBody>
          <a:bodyPr/>
          <a:lstStyle>
            <a:lvl1pPr algn="ctr">
              <a:buNone/>
              <a:defRPr sz="1200"/>
            </a:lvl1pPr>
          </a:lstStyle>
          <a:p>
            <a:pPr lvl="0"/>
            <a:r>
              <a:rPr lang="en-US" sz="1200" dirty="0"/>
              <a:t>Click to add text</a:t>
            </a:r>
            <a:endParaRPr lang="de-CH" dirty="0"/>
          </a:p>
        </p:txBody>
      </p:sp>
    </p:spTree>
    <p:extLst>
      <p:ext uri="{BB962C8B-B14F-4D97-AF65-F5344CB8AC3E}">
        <p14:creationId xmlns:p14="http://schemas.microsoft.com/office/powerpoint/2010/main" val="5234844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oadmap2">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E9451D5-6578-DC75-D087-C328EE64E54B}"/>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C00237F5-C50E-C892-39A7-EEDD5040FE14}"/>
              </a:ext>
            </a:extLst>
          </p:cNvPr>
          <p:cNvSpPr>
            <a:spLocks noGrp="1"/>
          </p:cNvSpPr>
          <p:nvPr>
            <p:ph type="ftr" sz="quarter" idx="11"/>
          </p:nvPr>
        </p:nvSpPr>
        <p:spPr/>
        <p:txBody>
          <a:bodyPr/>
          <a:lstStyle/>
          <a:p>
            <a:endParaRPr lang="de-CH" sz="900" dirty="0"/>
          </a:p>
        </p:txBody>
      </p:sp>
      <p:sp>
        <p:nvSpPr>
          <p:cNvPr id="48" name="Text Placeholder 46">
            <a:extLst>
              <a:ext uri="{FF2B5EF4-FFF2-40B4-BE49-F238E27FC236}">
                <a16:creationId xmlns:a16="http://schemas.microsoft.com/office/drawing/2014/main" id="{70856DFB-4DF5-8A60-24AE-FE989722BABF}"/>
              </a:ext>
            </a:extLst>
          </p:cNvPr>
          <p:cNvSpPr>
            <a:spLocks noGrp="1"/>
          </p:cNvSpPr>
          <p:nvPr>
            <p:ph type="body" sz="quarter" idx="13" hasCustomPrompt="1"/>
          </p:nvPr>
        </p:nvSpPr>
        <p:spPr>
          <a:xfrm>
            <a:off x="1990658" y="1014940"/>
            <a:ext cx="1246805" cy="282575"/>
          </a:xfrm>
        </p:spPr>
        <p:txBody>
          <a:bodyPr/>
          <a:lstStyle>
            <a:lvl1pPr algn="r">
              <a:buNone/>
              <a:defRPr b="1"/>
            </a:lvl1pPr>
          </a:lstStyle>
          <a:p>
            <a:pPr lvl="0"/>
            <a:r>
              <a:rPr lang="en-US" dirty="0"/>
              <a:t>Click to add text</a:t>
            </a:r>
            <a:endParaRPr lang="de-CH" dirty="0"/>
          </a:p>
        </p:txBody>
      </p:sp>
      <p:sp>
        <p:nvSpPr>
          <p:cNvPr id="61" name="Text Placeholder 60">
            <a:extLst>
              <a:ext uri="{FF2B5EF4-FFF2-40B4-BE49-F238E27FC236}">
                <a16:creationId xmlns:a16="http://schemas.microsoft.com/office/drawing/2014/main" id="{AC9ED137-E153-9808-2D0E-EE4CCED179B0}"/>
              </a:ext>
            </a:extLst>
          </p:cNvPr>
          <p:cNvSpPr>
            <a:spLocks noGrp="1"/>
          </p:cNvSpPr>
          <p:nvPr>
            <p:ph type="body" sz="quarter" idx="23" hasCustomPrompt="1"/>
          </p:nvPr>
        </p:nvSpPr>
        <p:spPr>
          <a:xfrm>
            <a:off x="1990315" y="1412864"/>
            <a:ext cx="1247775" cy="688975"/>
          </a:xfrm>
        </p:spPr>
        <p:txBody>
          <a:bodyPr/>
          <a:lstStyle>
            <a:lvl1pPr marL="0" indent="0" algn="r">
              <a:buNone/>
              <a:defRPr sz="1200"/>
            </a:lvl1pPr>
          </a:lstStyle>
          <a:p>
            <a:pPr lvl="0"/>
            <a:r>
              <a:rPr lang="en-US" sz="1200" dirty="0"/>
              <a:t>Click to add text</a:t>
            </a:r>
            <a:endParaRPr lang="de-CH" dirty="0"/>
          </a:p>
        </p:txBody>
      </p:sp>
      <p:sp>
        <p:nvSpPr>
          <p:cNvPr id="65" name="Text Placeholder 46">
            <a:extLst>
              <a:ext uri="{FF2B5EF4-FFF2-40B4-BE49-F238E27FC236}">
                <a16:creationId xmlns:a16="http://schemas.microsoft.com/office/drawing/2014/main" id="{40A556FD-D857-188B-2C2A-7DE33DA61667}"/>
              </a:ext>
            </a:extLst>
          </p:cNvPr>
          <p:cNvSpPr>
            <a:spLocks noGrp="1"/>
          </p:cNvSpPr>
          <p:nvPr>
            <p:ph type="body" sz="quarter" idx="26" hasCustomPrompt="1"/>
          </p:nvPr>
        </p:nvSpPr>
        <p:spPr>
          <a:xfrm>
            <a:off x="742883" y="3083731"/>
            <a:ext cx="1246805" cy="282575"/>
          </a:xfrm>
        </p:spPr>
        <p:txBody>
          <a:bodyPr/>
          <a:lstStyle>
            <a:lvl1pPr algn="r">
              <a:buNone/>
              <a:defRPr b="1"/>
            </a:lvl1pPr>
          </a:lstStyle>
          <a:p>
            <a:pPr lvl="0"/>
            <a:r>
              <a:rPr lang="en-US" dirty="0"/>
              <a:t>Click to add text</a:t>
            </a:r>
            <a:endParaRPr lang="de-CH" dirty="0"/>
          </a:p>
        </p:txBody>
      </p:sp>
      <p:sp>
        <p:nvSpPr>
          <p:cNvPr id="66" name="Text Placeholder 60">
            <a:extLst>
              <a:ext uri="{FF2B5EF4-FFF2-40B4-BE49-F238E27FC236}">
                <a16:creationId xmlns:a16="http://schemas.microsoft.com/office/drawing/2014/main" id="{F4A381A7-821B-C3DB-91F6-A1894EE0302E}"/>
              </a:ext>
            </a:extLst>
          </p:cNvPr>
          <p:cNvSpPr>
            <a:spLocks noGrp="1"/>
          </p:cNvSpPr>
          <p:nvPr>
            <p:ph type="body" sz="quarter" idx="27" hasCustomPrompt="1"/>
          </p:nvPr>
        </p:nvSpPr>
        <p:spPr>
          <a:xfrm>
            <a:off x="742540" y="3481655"/>
            <a:ext cx="1247775" cy="688975"/>
          </a:xfrm>
        </p:spPr>
        <p:txBody>
          <a:bodyPr/>
          <a:lstStyle>
            <a:lvl1pPr marL="0" indent="0" algn="r">
              <a:buNone/>
              <a:defRPr sz="1200"/>
            </a:lvl1pPr>
          </a:lstStyle>
          <a:p>
            <a:pPr lvl="0"/>
            <a:r>
              <a:rPr lang="en-US" sz="1200" dirty="0"/>
              <a:t>Click to add text</a:t>
            </a:r>
            <a:endParaRPr lang="de-CH" dirty="0"/>
          </a:p>
        </p:txBody>
      </p:sp>
      <p:sp>
        <p:nvSpPr>
          <p:cNvPr id="67" name="Text Placeholder 46">
            <a:extLst>
              <a:ext uri="{FF2B5EF4-FFF2-40B4-BE49-F238E27FC236}">
                <a16:creationId xmlns:a16="http://schemas.microsoft.com/office/drawing/2014/main" id="{90921456-79B1-BD1E-7CF4-509EE1D61B14}"/>
              </a:ext>
            </a:extLst>
          </p:cNvPr>
          <p:cNvSpPr>
            <a:spLocks noGrp="1"/>
          </p:cNvSpPr>
          <p:nvPr>
            <p:ph type="body" sz="quarter" idx="28" hasCustomPrompt="1"/>
          </p:nvPr>
        </p:nvSpPr>
        <p:spPr>
          <a:xfrm>
            <a:off x="7379743" y="1153364"/>
            <a:ext cx="1246805" cy="282575"/>
          </a:xfrm>
        </p:spPr>
        <p:txBody>
          <a:bodyPr/>
          <a:lstStyle>
            <a:lvl1pPr algn="l">
              <a:buNone/>
              <a:defRPr b="1"/>
            </a:lvl1pPr>
          </a:lstStyle>
          <a:p>
            <a:pPr lvl="0"/>
            <a:r>
              <a:rPr lang="en-US" dirty="0"/>
              <a:t>Click to add text</a:t>
            </a:r>
            <a:endParaRPr lang="de-CH" dirty="0"/>
          </a:p>
        </p:txBody>
      </p:sp>
      <p:sp>
        <p:nvSpPr>
          <p:cNvPr id="68" name="Text Placeholder 60">
            <a:extLst>
              <a:ext uri="{FF2B5EF4-FFF2-40B4-BE49-F238E27FC236}">
                <a16:creationId xmlns:a16="http://schemas.microsoft.com/office/drawing/2014/main" id="{A8352BA9-0561-F543-782F-2860746D109F}"/>
              </a:ext>
            </a:extLst>
          </p:cNvPr>
          <p:cNvSpPr>
            <a:spLocks noGrp="1"/>
          </p:cNvSpPr>
          <p:nvPr>
            <p:ph type="body" sz="quarter" idx="29" hasCustomPrompt="1"/>
          </p:nvPr>
        </p:nvSpPr>
        <p:spPr>
          <a:xfrm>
            <a:off x="7379400" y="1551288"/>
            <a:ext cx="1247775" cy="688975"/>
          </a:xfrm>
        </p:spPr>
        <p:txBody>
          <a:bodyPr/>
          <a:lstStyle>
            <a:lvl1pPr marL="0" indent="0" algn="l">
              <a:buNone/>
              <a:defRPr sz="1200"/>
            </a:lvl1pPr>
          </a:lstStyle>
          <a:p>
            <a:pPr lvl="0"/>
            <a:r>
              <a:rPr lang="en-US" sz="1200" dirty="0"/>
              <a:t>Click to add text</a:t>
            </a:r>
            <a:endParaRPr lang="de-CH" dirty="0"/>
          </a:p>
        </p:txBody>
      </p:sp>
      <p:sp>
        <p:nvSpPr>
          <p:cNvPr id="69" name="Text Placeholder 46">
            <a:extLst>
              <a:ext uri="{FF2B5EF4-FFF2-40B4-BE49-F238E27FC236}">
                <a16:creationId xmlns:a16="http://schemas.microsoft.com/office/drawing/2014/main" id="{1DA1A621-C0D8-88FE-E5F0-A854E166742B}"/>
              </a:ext>
            </a:extLst>
          </p:cNvPr>
          <p:cNvSpPr>
            <a:spLocks noGrp="1"/>
          </p:cNvSpPr>
          <p:nvPr>
            <p:ph type="body" sz="quarter" idx="30" hasCustomPrompt="1"/>
          </p:nvPr>
        </p:nvSpPr>
        <p:spPr>
          <a:xfrm>
            <a:off x="6056165" y="3063209"/>
            <a:ext cx="1246805" cy="282575"/>
          </a:xfrm>
        </p:spPr>
        <p:txBody>
          <a:bodyPr/>
          <a:lstStyle>
            <a:lvl1pPr algn="l">
              <a:buNone/>
              <a:defRPr b="1"/>
            </a:lvl1pPr>
          </a:lstStyle>
          <a:p>
            <a:pPr lvl="0"/>
            <a:r>
              <a:rPr lang="en-US" dirty="0"/>
              <a:t>Click to add text</a:t>
            </a:r>
            <a:endParaRPr lang="de-CH" dirty="0"/>
          </a:p>
        </p:txBody>
      </p:sp>
      <p:sp>
        <p:nvSpPr>
          <p:cNvPr id="70" name="Text Placeholder 60">
            <a:extLst>
              <a:ext uri="{FF2B5EF4-FFF2-40B4-BE49-F238E27FC236}">
                <a16:creationId xmlns:a16="http://schemas.microsoft.com/office/drawing/2014/main" id="{C3A5608E-31B0-CFC5-DA2A-E1B406CC77C7}"/>
              </a:ext>
            </a:extLst>
          </p:cNvPr>
          <p:cNvSpPr>
            <a:spLocks noGrp="1"/>
          </p:cNvSpPr>
          <p:nvPr>
            <p:ph type="body" sz="quarter" idx="31" hasCustomPrompt="1"/>
          </p:nvPr>
        </p:nvSpPr>
        <p:spPr>
          <a:xfrm>
            <a:off x="6055822" y="3461133"/>
            <a:ext cx="1247775" cy="688975"/>
          </a:xfrm>
        </p:spPr>
        <p:txBody>
          <a:bodyPr/>
          <a:lstStyle>
            <a:lvl1pPr marL="0" indent="0" algn="l">
              <a:buNone/>
              <a:defRPr sz="1200"/>
            </a:lvl1pPr>
          </a:lstStyle>
          <a:p>
            <a:pPr lvl="0"/>
            <a:r>
              <a:rPr lang="en-US" sz="1200" dirty="0"/>
              <a:t>Click to add text</a:t>
            </a:r>
            <a:endParaRPr lang="de-CH" dirty="0"/>
          </a:p>
        </p:txBody>
      </p:sp>
      <p:sp>
        <p:nvSpPr>
          <p:cNvPr id="11" name="Title 10">
            <a:extLst>
              <a:ext uri="{FF2B5EF4-FFF2-40B4-BE49-F238E27FC236}">
                <a16:creationId xmlns:a16="http://schemas.microsoft.com/office/drawing/2014/main" id="{E4A83407-D8F1-5F77-600E-80380ED12054}"/>
              </a:ext>
            </a:extLst>
          </p:cNvPr>
          <p:cNvSpPr>
            <a:spLocks noGrp="1"/>
          </p:cNvSpPr>
          <p:nvPr>
            <p:ph type="title"/>
          </p:nvPr>
        </p:nvSpPr>
        <p:spPr/>
        <p:txBody>
          <a:bodyPr/>
          <a:lstStyle/>
          <a:p>
            <a:r>
              <a:rPr lang="en-US"/>
              <a:t>Click to edit Master title style</a:t>
            </a:r>
            <a:endParaRPr lang="de-CH"/>
          </a:p>
        </p:txBody>
      </p:sp>
      <p:sp>
        <p:nvSpPr>
          <p:cNvPr id="12" name="Freeform 5">
            <a:extLst>
              <a:ext uri="{FF2B5EF4-FFF2-40B4-BE49-F238E27FC236}">
                <a16:creationId xmlns:a16="http://schemas.microsoft.com/office/drawing/2014/main" id="{40765D4C-9B19-CCEA-F740-AD6D5B5AD14A}"/>
              </a:ext>
            </a:extLst>
          </p:cNvPr>
          <p:cNvSpPr>
            <a:spLocks noEditPoints="1"/>
          </p:cNvSpPr>
          <p:nvPr userDrawn="1"/>
        </p:nvSpPr>
        <p:spPr bwMode="auto">
          <a:xfrm>
            <a:off x="2200396" y="1114317"/>
            <a:ext cx="4893463" cy="3035791"/>
          </a:xfrm>
          <a:custGeom>
            <a:avLst/>
            <a:gdLst>
              <a:gd name="T0" fmla="*/ 3262 w 4022"/>
              <a:gd name="T1" fmla="*/ 636 h 2595"/>
              <a:gd name="T2" fmla="*/ 3275 w 4022"/>
              <a:gd name="T3" fmla="*/ 797 h 2595"/>
              <a:gd name="T4" fmla="*/ 2709 w 4022"/>
              <a:gd name="T5" fmla="*/ 1703 h 2595"/>
              <a:gd name="T6" fmla="*/ 2577 w 4022"/>
              <a:gd name="T7" fmla="*/ 1770 h 2595"/>
              <a:gd name="T8" fmla="*/ 2565 w 4022"/>
              <a:gd name="T9" fmla="*/ 1769 h 2595"/>
              <a:gd name="T10" fmla="*/ 2544 w 4022"/>
              <a:gd name="T11" fmla="*/ 1768 h 2595"/>
              <a:gd name="T12" fmla="*/ 2529 w 4022"/>
              <a:gd name="T13" fmla="*/ 1769 h 2595"/>
              <a:gd name="T14" fmla="*/ 2507 w 4022"/>
              <a:gd name="T15" fmla="*/ 1770 h 2595"/>
              <a:gd name="T16" fmla="*/ 2494 w 4022"/>
              <a:gd name="T17" fmla="*/ 1771 h 2595"/>
              <a:gd name="T18" fmla="*/ 2469 w 4022"/>
              <a:gd name="T19" fmla="*/ 1773 h 2595"/>
              <a:gd name="T20" fmla="*/ 1803 w 4022"/>
              <a:gd name="T21" fmla="*/ 846 h 2595"/>
              <a:gd name="T22" fmla="*/ 1803 w 4022"/>
              <a:gd name="T23" fmla="*/ 669 h 2595"/>
              <a:gd name="T24" fmla="*/ 1803 w 4022"/>
              <a:gd name="T25" fmla="*/ 669 h 2595"/>
              <a:gd name="T26" fmla="*/ 1811 w 4022"/>
              <a:gd name="T27" fmla="*/ 657 h 2595"/>
              <a:gd name="T28" fmla="*/ 1478 w 4022"/>
              <a:gd name="T29" fmla="*/ 0 h 2595"/>
              <a:gd name="T30" fmla="*/ 1138 w 4022"/>
              <a:gd name="T31" fmla="*/ 647 h 2595"/>
              <a:gd name="T32" fmla="*/ 1129 w 4022"/>
              <a:gd name="T33" fmla="*/ 822 h 2595"/>
              <a:gd name="T34" fmla="*/ 450 w 4022"/>
              <a:gd name="T35" fmla="*/ 1770 h 2595"/>
              <a:gd name="T36" fmla="*/ 413 w 4022"/>
              <a:gd name="T37" fmla="*/ 1768 h 2595"/>
              <a:gd name="T38" fmla="*/ 826 w 4022"/>
              <a:gd name="T39" fmla="*/ 2182 h 2595"/>
              <a:gd name="T40" fmla="*/ 710 w 4022"/>
              <a:gd name="T41" fmla="*/ 1838 h 2595"/>
              <a:gd name="T42" fmla="*/ 1271 w 4022"/>
              <a:gd name="T43" fmla="*/ 897 h 2595"/>
              <a:gd name="T44" fmla="*/ 1419 w 4022"/>
              <a:gd name="T45" fmla="*/ 822 h 2595"/>
              <a:gd name="T46" fmla="*/ 1499 w 4022"/>
              <a:gd name="T47" fmla="*/ 826 h 2595"/>
              <a:gd name="T48" fmla="*/ 1511 w 4022"/>
              <a:gd name="T49" fmla="*/ 825 h 2595"/>
              <a:gd name="T50" fmla="*/ 1643 w 4022"/>
              <a:gd name="T51" fmla="*/ 891 h 2595"/>
              <a:gd name="T52" fmla="*/ 2209 w 4022"/>
              <a:gd name="T53" fmla="*/ 1797 h 2595"/>
              <a:gd name="T54" fmla="*/ 2189 w 4022"/>
              <a:gd name="T55" fmla="*/ 1970 h 2595"/>
              <a:gd name="T56" fmla="*/ 2181 w 4022"/>
              <a:gd name="T57" fmla="*/ 1983 h 2595"/>
              <a:gd name="T58" fmla="*/ 2169 w 4022"/>
              <a:gd name="T59" fmla="*/ 2008 h 2595"/>
              <a:gd name="T60" fmla="*/ 2162 w 4022"/>
              <a:gd name="T61" fmla="*/ 2023 h 2595"/>
              <a:gd name="T62" fmla="*/ 2148 w 4022"/>
              <a:gd name="T63" fmla="*/ 2062 h 2595"/>
              <a:gd name="T64" fmla="*/ 2144 w 4022"/>
              <a:gd name="T65" fmla="*/ 2078 h 2595"/>
              <a:gd name="T66" fmla="*/ 2138 w 4022"/>
              <a:gd name="T67" fmla="*/ 2105 h 2595"/>
              <a:gd name="T68" fmla="*/ 2135 w 4022"/>
              <a:gd name="T69" fmla="*/ 2123 h 2595"/>
              <a:gd name="T70" fmla="*/ 2132 w 4022"/>
              <a:gd name="T71" fmla="*/ 2151 h 2595"/>
              <a:gd name="T72" fmla="*/ 2131 w 4022"/>
              <a:gd name="T73" fmla="*/ 2168 h 2595"/>
              <a:gd name="T74" fmla="*/ 2196 w 4022"/>
              <a:gd name="T75" fmla="*/ 2404 h 2595"/>
              <a:gd name="T76" fmla="*/ 2305 w 4022"/>
              <a:gd name="T77" fmla="*/ 2519 h 2595"/>
              <a:gd name="T78" fmla="*/ 2544 w 4022"/>
              <a:gd name="T79" fmla="*/ 2595 h 2595"/>
              <a:gd name="T80" fmla="*/ 2957 w 4022"/>
              <a:gd name="T81" fmla="*/ 2182 h 2595"/>
              <a:gd name="T82" fmla="*/ 2956 w 4022"/>
              <a:gd name="T83" fmla="*/ 2148 h 2595"/>
              <a:gd name="T84" fmla="*/ 2954 w 4022"/>
              <a:gd name="T85" fmla="*/ 2130 h 2595"/>
              <a:gd name="T86" fmla="*/ 2945 w 4022"/>
              <a:gd name="T87" fmla="*/ 2083 h 2595"/>
              <a:gd name="T88" fmla="*/ 2940 w 4022"/>
              <a:gd name="T89" fmla="*/ 2065 h 2595"/>
              <a:gd name="T90" fmla="*/ 2931 w 4022"/>
              <a:gd name="T91" fmla="*/ 2036 h 2595"/>
              <a:gd name="T92" fmla="*/ 2918 w 4022"/>
              <a:gd name="T93" fmla="*/ 2005 h 2595"/>
              <a:gd name="T94" fmla="*/ 2895 w 4022"/>
              <a:gd name="T95" fmla="*/ 1964 h 2595"/>
              <a:gd name="T96" fmla="*/ 2877 w 4022"/>
              <a:gd name="T97" fmla="*/ 1937 h 2595"/>
              <a:gd name="T98" fmla="*/ 2868 w 4022"/>
              <a:gd name="T99" fmla="*/ 1926 h 2595"/>
              <a:gd name="T100" fmla="*/ 2869 w 4022"/>
              <a:gd name="T101" fmla="*/ 1749 h 2595"/>
              <a:gd name="T102" fmla="*/ 3534 w 4022"/>
              <a:gd name="T103" fmla="*/ 821 h 2595"/>
              <a:gd name="T104" fmla="*/ 3609 w 4022"/>
              <a:gd name="T105" fmla="*/ 826 h 2595"/>
              <a:gd name="T106" fmla="*/ 1592 w 4022"/>
              <a:gd name="T107" fmla="*/ 810 h 2595"/>
              <a:gd name="T108" fmla="*/ 1735 w 4022"/>
              <a:gd name="T109" fmla="*/ 737 h 2595"/>
              <a:gd name="T110" fmla="*/ 1735 w 4022"/>
              <a:gd name="T111" fmla="*/ 737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022" h="2595">
                <a:moveTo>
                  <a:pt x="3609" y="0"/>
                </a:moveTo>
                <a:cubicBezTo>
                  <a:pt x="3381" y="0"/>
                  <a:pt x="3196" y="185"/>
                  <a:pt x="3196" y="413"/>
                </a:cubicBezTo>
                <a:cubicBezTo>
                  <a:pt x="3196" y="495"/>
                  <a:pt x="3220" y="572"/>
                  <a:pt x="3262" y="636"/>
                </a:cubicBezTo>
                <a:cubicBezTo>
                  <a:pt x="3264" y="640"/>
                  <a:pt x="3266" y="644"/>
                  <a:pt x="3269" y="647"/>
                </a:cubicBezTo>
                <a:cubicBezTo>
                  <a:pt x="3283" y="671"/>
                  <a:pt x="3291" y="698"/>
                  <a:pt x="3291" y="727"/>
                </a:cubicBezTo>
                <a:cubicBezTo>
                  <a:pt x="3291" y="753"/>
                  <a:pt x="3285" y="776"/>
                  <a:pt x="3275" y="797"/>
                </a:cubicBezTo>
                <a:cubicBezTo>
                  <a:pt x="3259" y="822"/>
                  <a:pt x="3259" y="822"/>
                  <a:pt x="3259" y="822"/>
                </a:cubicBezTo>
                <a:cubicBezTo>
                  <a:pt x="2717" y="1690"/>
                  <a:pt x="2717" y="1690"/>
                  <a:pt x="2717" y="1690"/>
                </a:cubicBezTo>
                <a:cubicBezTo>
                  <a:pt x="2709" y="1703"/>
                  <a:pt x="2709" y="1703"/>
                  <a:pt x="2709" y="1703"/>
                </a:cubicBezTo>
                <a:cubicBezTo>
                  <a:pt x="2681" y="1744"/>
                  <a:pt x="2634" y="1770"/>
                  <a:pt x="2581" y="1770"/>
                </a:cubicBezTo>
                <a:cubicBezTo>
                  <a:pt x="2580" y="1770"/>
                  <a:pt x="2578" y="1770"/>
                  <a:pt x="2577" y="1770"/>
                </a:cubicBezTo>
                <a:cubicBezTo>
                  <a:pt x="2577" y="1770"/>
                  <a:pt x="2577" y="1770"/>
                  <a:pt x="2577" y="1770"/>
                </a:cubicBezTo>
                <a:cubicBezTo>
                  <a:pt x="2573" y="1769"/>
                  <a:pt x="2569" y="1769"/>
                  <a:pt x="2565" y="1769"/>
                </a:cubicBezTo>
                <a:cubicBezTo>
                  <a:pt x="2565" y="1769"/>
                  <a:pt x="2565" y="1769"/>
                  <a:pt x="2565" y="1769"/>
                </a:cubicBezTo>
                <a:cubicBezTo>
                  <a:pt x="2565" y="1769"/>
                  <a:pt x="2565" y="1769"/>
                  <a:pt x="2565" y="1769"/>
                </a:cubicBezTo>
                <a:cubicBezTo>
                  <a:pt x="2561" y="1769"/>
                  <a:pt x="2558" y="1769"/>
                  <a:pt x="2554" y="1769"/>
                </a:cubicBezTo>
                <a:cubicBezTo>
                  <a:pt x="2551" y="1769"/>
                  <a:pt x="2547" y="1768"/>
                  <a:pt x="2544" y="1768"/>
                </a:cubicBezTo>
                <a:cubicBezTo>
                  <a:pt x="2544" y="1768"/>
                  <a:pt x="2544" y="1768"/>
                  <a:pt x="2544" y="1768"/>
                </a:cubicBezTo>
                <a:cubicBezTo>
                  <a:pt x="2544" y="1768"/>
                  <a:pt x="2544" y="1768"/>
                  <a:pt x="2544" y="1768"/>
                </a:cubicBezTo>
                <a:cubicBezTo>
                  <a:pt x="2540" y="1768"/>
                  <a:pt x="2536" y="1769"/>
                  <a:pt x="2532" y="1769"/>
                </a:cubicBezTo>
                <a:cubicBezTo>
                  <a:pt x="2531" y="1769"/>
                  <a:pt x="2530" y="1769"/>
                  <a:pt x="2529" y="1769"/>
                </a:cubicBezTo>
                <a:cubicBezTo>
                  <a:pt x="2526" y="1769"/>
                  <a:pt x="2523" y="1769"/>
                  <a:pt x="2520" y="1769"/>
                </a:cubicBezTo>
                <a:cubicBezTo>
                  <a:pt x="2519" y="1769"/>
                  <a:pt x="2518" y="1769"/>
                  <a:pt x="2517" y="1769"/>
                </a:cubicBezTo>
                <a:cubicBezTo>
                  <a:pt x="2514" y="1770"/>
                  <a:pt x="2510" y="1770"/>
                  <a:pt x="2507" y="1770"/>
                </a:cubicBezTo>
                <a:cubicBezTo>
                  <a:pt x="2507" y="1770"/>
                  <a:pt x="2506" y="1770"/>
                  <a:pt x="2506" y="1770"/>
                </a:cubicBezTo>
                <a:cubicBezTo>
                  <a:pt x="2502" y="1771"/>
                  <a:pt x="2498" y="1771"/>
                  <a:pt x="2494" y="1771"/>
                </a:cubicBezTo>
                <a:cubicBezTo>
                  <a:pt x="2494" y="1771"/>
                  <a:pt x="2494" y="1771"/>
                  <a:pt x="2494" y="1771"/>
                </a:cubicBezTo>
                <a:cubicBezTo>
                  <a:pt x="2494" y="1771"/>
                  <a:pt x="2494" y="1771"/>
                  <a:pt x="2494" y="1771"/>
                </a:cubicBezTo>
                <a:cubicBezTo>
                  <a:pt x="2491" y="1772"/>
                  <a:pt x="2488" y="1772"/>
                  <a:pt x="2485" y="1773"/>
                </a:cubicBezTo>
                <a:cubicBezTo>
                  <a:pt x="2480" y="1773"/>
                  <a:pt x="2474" y="1773"/>
                  <a:pt x="2469" y="1773"/>
                </a:cubicBezTo>
                <a:cubicBezTo>
                  <a:pt x="2414" y="1773"/>
                  <a:pt x="2366" y="1745"/>
                  <a:pt x="2338" y="1701"/>
                </a:cubicBezTo>
                <a:cubicBezTo>
                  <a:pt x="2337" y="1700"/>
                  <a:pt x="2337" y="1699"/>
                  <a:pt x="2336" y="1698"/>
                </a:cubicBezTo>
                <a:cubicBezTo>
                  <a:pt x="1803" y="846"/>
                  <a:pt x="1803" y="846"/>
                  <a:pt x="1803" y="846"/>
                </a:cubicBezTo>
                <a:cubicBezTo>
                  <a:pt x="1795" y="832"/>
                  <a:pt x="1795" y="832"/>
                  <a:pt x="1795" y="832"/>
                </a:cubicBezTo>
                <a:cubicBezTo>
                  <a:pt x="1782" y="810"/>
                  <a:pt x="1775" y="784"/>
                  <a:pt x="1775" y="757"/>
                </a:cubicBezTo>
                <a:cubicBezTo>
                  <a:pt x="1775" y="724"/>
                  <a:pt x="1786" y="694"/>
                  <a:pt x="1803" y="669"/>
                </a:cubicBezTo>
                <a:cubicBezTo>
                  <a:pt x="1803" y="669"/>
                  <a:pt x="1803" y="669"/>
                  <a:pt x="1803" y="669"/>
                </a:cubicBezTo>
                <a:cubicBezTo>
                  <a:pt x="1803" y="669"/>
                  <a:pt x="1803" y="669"/>
                  <a:pt x="1803" y="669"/>
                </a:cubicBezTo>
                <a:cubicBezTo>
                  <a:pt x="1803" y="669"/>
                  <a:pt x="1803" y="669"/>
                  <a:pt x="1803" y="669"/>
                </a:cubicBezTo>
                <a:cubicBezTo>
                  <a:pt x="1803" y="669"/>
                  <a:pt x="1803" y="669"/>
                  <a:pt x="1803" y="669"/>
                </a:cubicBezTo>
                <a:cubicBezTo>
                  <a:pt x="1806" y="665"/>
                  <a:pt x="1809" y="661"/>
                  <a:pt x="1811" y="658"/>
                </a:cubicBezTo>
                <a:cubicBezTo>
                  <a:pt x="1811" y="658"/>
                  <a:pt x="1811" y="657"/>
                  <a:pt x="1811" y="657"/>
                </a:cubicBezTo>
                <a:cubicBezTo>
                  <a:pt x="1811" y="657"/>
                  <a:pt x="1811" y="657"/>
                  <a:pt x="1811" y="657"/>
                </a:cubicBezTo>
                <a:cubicBezTo>
                  <a:pt x="1862" y="589"/>
                  <a:pt x="1892" y="504"/>
                  <a:pt x="1892" y="413"/>
                </a:cubicBezTo>
                <a:cubicBezTo>
                  <a:pt x="1892" y="185"/>
                  <a:pt x="1707" y="0"/>
                  <a:pt x="1478" y="0"/>
                </a:cubicBezTo>
                <a:cubicBezTo>
                  <a:pt x="1250" y="0"/>
                  <a:pt x="1065" y="185"/>
                  <a:pt x="1065" y="413"/>
                </a:cubicBezTo>
                <a:cubicBezTo>
                  <a:pt x="1065" y="495"/>
                  <a:pt x="1089" y="572"/>
                  <a:pt x="1131" y="636"/>
                </a:cubicBezTo>
                <a:cubicBezTo>
                  <a:pt x="1133" y="640"/>
                  <a:pt x="1136" y="644"/>
                  <a:pt x="1138" y="647"/>
                </a:cubicBezTo>
                <a:cubicBezTo>
                  <a:pt x="1152" y="671"/>
                  <a:pt x="1160" y="698"/>
                  <a:pt x="1160" y="727"/>
                </a:cubicBezTo>
                <a:cubicBezTo>
                  <a:pt x="1160" y="753"/>
                  <a:pt x="1155" y="776"/>
                  <a:pt x="1144" y="797"/>
                </a:cubicBezTo>
                <a:cubicBezTo>
                  <a:pt x="1129" y="822"/>
                  <a:pt x="1129" y="822"/>
                  <a:pt x="1129" y="822"/>
                </a:cubicBezTo>
                <a:cubicBezTo>
                  <a:pt x="586" y="1690"/>
                  <a:pt x="586" y="1690"/>
                  <a:pt x="586" y="1690"/>
                </a:cubicBezTo>
                <a:cubicBezTo>
                  <a:pt x="578" y="1703"/>
                  <a:pt x="578" y="1703"/>
                  <a:pt x="578" y="1703"/>
                </a:cubicBezTo>
                <a:cubicBezTo>
                  <a:pt x="550" y="1744"/>
                  <a:pt x="503" y="1770"/>
                  <a:pt x="450" y="1770"/>
                </a:cubicBezTo>
                <a:cubicBezTo>
                  <a:pt x="449" y="1770"/>
                  <a:pt x="447" y="1770"/>
                  <a:pt x="446" y="1770"/>
                </a:cubicBezTo>
                <a:cubicBezTo>
                  <a:pt x="442" y="1769"/>
                  <a:pt x="438" y="1769"/>
                  <a:pt x="434" y="1769"/>
                </a:cubicBezTo>
                <a:cubicBezTo>
                  <a:pt x="427" y="1769"/>
                  <a:pt x="420" y="1768"/>
                  <a:pt x="413" y="1768"/>
                </a:cubicBezTo>
                <a:cubicBezTo>
                  <a:pt x="185" y="1768"/>
                  <a:pt x="0" y="1953"/>
                  <a:pt x="0" y="2182"/>
                </a:cubicBezTo>
                <a:cubicBezTo>
                  <a:pt x="0" y="2410"/>
                  <a:pt x="185" y="2595"/>
                  <a:pt x="413" y="2595"/>
                </a:cubicBezTo>
                <a:cubicBezTo>
                  <a:pt x="641" y="2595"/>
                  <a:pt x="826" y="2410"/>
                  <a:pt x="826" y="2182"/>
                </a:cubicBezTo>
                <a:cubicBezTo>
                  <a:pt x="826" y="2090"/>
                  <a:pt x="796" y="2006"/>
                  <a:pt x="746" y="1937"/>
                </a:cubicBezTo>
                <a:cubicBezTo>
                  <a:pt x="743" y="1933"/>
                  <a:pt x="741" y="1930"/>
                  <a:pt x="738" y="1926"/>
                </a:cubicBezTo>
                <a:cubicBezTo>
                  <a:pt x="720" y="1901"/>
                  <a:pt x="710" y="1870"/>
                  <a:pt x="710" y="1838"/>
                </a:cubicBezTo>
                <a:cubicBezTo>
                  <a:pt x="710" y="1810"/>
                  <a:pt x="717" y="1785"/>
                  <a:pt x="729" y="1763"/>
                </a:cubicBezTo>
                <a:cubicBezTo>
                  <a:pt x="738" y="1749"/>
                  <a:pt x="738" y="1749"/>
                  <a:pt x="738" y="1749"/>
                </a:cubicBezTo>
                <a:cubicBezTo>
                  <a:pt x="1271" y="897"/>
                  <a:pt x="1271" y="897"/>
                  <a:pt x="1271" y="897"/>
                </a:cubicBezTo>
                <a:cubicBezTo>
                  <a:pt x="1271" y="895"/>
                  <a:pt x="1272" y="894"/>
                  <a:pt x="1273" y="893"/>
                </a:cubicBezTo>
                <a:cubicBezTo>
                  <a:pt x="1300" y="850"/>
                  <a:pt x="1349" y="821"/>
                  <a:pt x="1404" y="821"/>
                </a:cubicBezTo>
                <a:cubicBezTo>
                  <a:pt x="1409" y="821"/>
                  <a:pt x="1414" y="821"/>
                  <a:pt x="1419" y="822"/>
                </a:cubicBezTo>
                <a:cubicBezTo>
                  <a:pt x="1422" y="822"/>
                  <a:pt x="1426" y="823"/>
                  <a:pt x="1429" y="823"/>
                </a:cubicBezTo>
                <a:cubicBezTo>
                  <a:pt x="1445" y="825"/>
                  <a:pt x="1462" y="826"/>
                  <a:pt x="1478" y="826"/>
                </a:cubicBezTo>
                <a:cubicBezTo>
                  <a:pt x="1485" y="826"/>
                  <a:pt x="1492" y="826"/>
                  <a:pt x="1499" y="826"/>
                </a:cubicBezTo>
                <a:cubicBezTo>
                  <a:pt x="1503" y="825"/>
                  <a:pt x="1507" y="825"/>
                  <a:pt x="1511" y="825"/>
                </a:cubicBezTo>
                <a:cubicBezTo>
                  <a:pt x="1511" y="825"/>
                  <a:pt x="1511" y="825"/>
                  <a:pt x="1511" y="825"/>
                </a:cubicBezTo>
                <a:cubicBezTo>
                  <a:pt x="1511" y="825"/>
                  <a:pt x="1511" y="825"/>
                  <a:pt x="1511" y="825"/>
                </a:cubicBezTo>
                <a:cubicBezTo>
                  <a:pt x="1511" y="825"/>
                  <a:pt x="1511" y="825"/>
                  <a:pt x="1511" y="825"/>
                </a:cubicBezTo>
                <a:cubicBezTo>
                  <a:pt x="1513" y="825"/>
                  <a:pt x="1514" y="825"/>
                  <a:pt x="1516" y="825"/>
                </a:cubicBezTo>
                <a:cubicBezTo>
                  <a:pt x="1569" y="825"/>
                  <a:pt x="1615" y="851"/>
                  <a:pt x="1643" y="891"/>
                </a:cubicBezTo>
                <a:cubicBezTo>
                  <a:pt x="1651" y="904"/>
                  <a:pt x="1651" y="904"/>
                  <a:pt x="1651" y="904"/>
                </a:cubicBezTo>
                <a:cubicBezTo>
                  <a:pt x="2194" y="1773"/>
                  <a:pt x="2194" y="1773"/>
                  <a:pt x="2194" y="1773"/>
                </a:cubicBezTo>
                <a:cubicBezTo>
                  <a:pt x="2209" y="1797"/>
                  <a:pt x="2209" y="1797"/>
                  <a:pt x="2209" y="1797"/>
                </a:cubicBezTo>
                <a:cubicBezTo>
                  <a:pt x="2220" y="1818"/>
                  <a:pt x="2226" y="1842"/>
                  <a:pt x="2226" y="1867"/>
                </a:cubicBezTo>
                <a:cubicBezTo>
                  <a:pt x="2226" y="1896"/>
                  <a:pt x="2218" y="1924"/>
                  <a:pt x="2203" y="1947"/>
                </a:cubicBezTo>
                <a:cubicBezTo>
                  <a:pt x="2198" y="1955"/>
                  <a:pt x="2194" y="1962"/>
                  <a:pt x="2189" y="1970"/>
                </a:cubicBezTo>
                <a:cubicBezTo>
                  <a:pt x="2189" y="1970"/>
                  <a:pt x="2188" y="1971"/>
                  <a:pt x="2188" y="1972"/>
                </a:cubicBezTo>
                <a:cubicBezTo>
                  <a:pt x="2186" y="1975"/>
                  <a:pt x="2184" y="1979"/>
                  <a:pt x="2182" y="1982"/>
                </a:cubicBezTo>
                <a:cubicBezTo>
                  <a:pt x="2182" y="1983"/>
                  <a:pt x="2181" y="1983"/>
                  <a:pt x="2181" y="1983"/>
                </a:cubicBezTo>
                <a:cubicBezTo>
                  <a:pt x="2179" y="1987"/>
                  <a:pt x="2177" y="1991"/>
                  <a:pt x="2175" y="1995"/>
                </a:cubicBezTo>
                <a:cubicBezTo>
                  <a:pt x="2175" y="1996"/>
                  <a:pt x="2174" y="1996"/>
                  <a:pt x="2174" y="1997"/>
                </a:cubicBezTo>
                <a:cubicBezTo>
                  <a:pt x="2172" y="2000"/>
                  <a:pt x="2171" y="2004"/>
                  <a:pt x="2169" y="2008"/>
                </a:cubicBezTo>
                <a:cubicBezTo>
                  <a:pt x="2169" y="2008"/>
                  <a:pt x="2168" y="2009"/>
                  <a:pt x="2168" y="2010"/>
                </a:cubicBezTo>
                <a:cubicBezTo>
                  <a:pt x="2166" y="2014"/>
                  <a:pt x="2164" y="2018"/>
                  <a:pt x="2163" y="2022"/>
                </a:cubicBezTo>
                <a:cubicBezTo>
                  <a:pt x="2163" y="2022"/>
                  <a:pt x="2162" y="2022"/>
                  <a:pt x="2162" y="2023"/>
                </a:cubicBezTo>
                <a:cubicBezTo>
                  <a:pt x="2161" y="2027"/>
                  <a:pt x="2159" y="2030"/>
                  <a:pt x="2158" y="2034"/>
                </a:cubicBezTo>
                <a:cubicBezTo>
                  <a:pt x="2157" y="2035"/>
                  <a:pt x="2157" y="2036"/>
                  <a:pt x="2157" y="2037"/>
                </a:cubicBezTo>
                <a:cubicBezTo>
                  <a:pt x="2154" y="2045"/>
                  <a:pt x="2151" y="2053"/>
                  <a:pt x="2148" y="2062"/>
                </a:cubicBezTo>
                <a:cubicBezTo>
                  <a:pt x="2148" y="2063"/>
                  <a:pt x="2148" y="2064"/>
                  <a:pt x="2147" y="2065"/>
                </a:cubicBezTo>
                <a:cubicBezTo>
                  <a:pt x="2146" y="2069"/>
                  <a:pt x="2145" y="2073"/>
                  <a:pt x="2144" y="2077"/>
                </a:cubicBezTo>
                <a:cubicBezTo>
                  <a:pt x="2144" y="2077"/>
                  <a:pt x="2144" y="2077"/>
                  <a:pt x="2144" y="2078"/>
                </a:cubicBezTo>
                <a:cubicBezTo>
                  <a:pt x="2143" y="2082"/>
                  <a:pt x="2142" y="2086"/>
                  <a:pt x="2141" y="2091"/>
                </a:cubicBezTo>
                <a:cubicBezTo>
                  <a:pt x="2140" y="2092"/>
                  <a:pt x="2140" y="2093"/>
                  <a:pt x="2140" y="2094"/>
                </a:cubicBezTo>
                <a:cubicBezTo>
                  <a:pt x="2139" y="2097"/>
                  <a:pt x="2139" y="2101"/>
                  <a:pt x="2138" y="2105"/>
                </a:cubicBezTo>
                <a:cubicBezTo>
                  <a:pt x="2138" y="2105"/>
                  <a:pt x="2137" y="2106"/>
                  <a:pt x="2137" y="2107"/>
                </a:cubicBezTo>
                <a:cubicBezTo>
                  <a:pt x="2137" y="2111"/>
                  <a:pt x="2136" y="2116"/>
                  <a:pt x="2135" y="2120"/>
                </a:cubicBezTo>
                <a:cubicBezTo>
                  <a:pt x="2135" y="2121"/>
                  <a:pt x="2135" y="2122"/>
                  <a:pt x="2135" y="2123"/>
                </a:cubicBezTo>
                <a:cubicBezTo>
                  <a:pt x="2134" y="2127"/>
                  <a:pt x="2134" y="2130"/>
                  <a:pt x="2133" y="2134"/>
                </a:cubicBezTo>
                <a:cubicBezTo>
                  <a:pt x="2133" y="2135"/>
                  <a:pt x="2133" y="2136"/>
                  <a:pt x="2133" y="2137"/>
                </a:cubicBezTo>
                <a:cubicBezTo>
                  <a:pt x="2133" y="2142"/>
                  <a:pt x="2132" y="2146"/>
                  <a:pt x="2132" y="2151"/>
                </a:cubicBezTo>
                <a:cubicBezTo>
                  <a:pt x="2132" y="2151"/>
                  <a:pt x="2132" y="2152"/>
                  <a:pt x="2132" y="2153"/>
                </a:cubicBezTo>
                <a:cubicBezTo>
                  <a:pt x="2131" y="2157"/>
                  <a:pt x="2131" y="2160"/>
                  <a:pt x="2131" y="2164"/>
                </a:cubicBezTo>
                <a:cubicBezTo>
                  <a:pt x="2131" y="2166"/>
                  <a:pt x="2131" y="2167"/>
                  <a:pt x="2131" y="2168"/>
                </a:cubicBezTo>
                <a:cubicBezTo>
                  <a:pt x="2131" y="2173"/>
                  <a:pt x="2131" y="2177"/>
                  <a:pt x="2131" y="2182"/>
                </a:cubicBezTo>
                <a:cubicBezTo>
                  <a:pt x="2131" y="2257"/>
                  <a:pt x="2151" y="2327"/>
                  <a:pt x="2185" y="2387"/>
                </a:cubicBezTo>
                <a:cubicBezTo>
                  <a:pt x="2189" y="2393"/>
                  <a:pt x="2192" y="2399"/>
                  <a:pt x="2196" y="2404"/>
                </a:cubicBezTo>
                <a:cubicBezTo>
                  <a:pt x="2212" y="2430"/>
                  <a:pt x="2231" y="2453"/>
                  <a:pt x="2252" y="2474"/>
                </a:cubicBezTo>
                <a:cubicBezTo>
                  <a:pt x="2263" y="2486"/>
                  <a:pt x="2276" y="2497"/>
                  <a:pt x="2289" y="2507"/>
                </a:cubicBezTo>
                <a:cubicBezTo>
                  <a:pt x="2294" y="2511"/>
                  <a:pt x="2299" y="2515"/>
                  <a:pt x="2305" y="2519"/>
                </a:cubicBezTo>
                <a:cubicBezTo>
                  <a:pt x="2315" y="2526"/>
                  <a:pt x="2327" y="2534"/>
                  <a:pt x="2338" y="2540"/>
                </a:cubicBezTo>
                <a:cubicBezTo>
                  <a:pt x="2341" y="2542"/>
                  <a:pt x="2344" y="2543"/>
                  <a:pt x="2347" y="2545"/>
                </a:cubicBezTo>
                <a:cubicBezTo>
                  <a:pt x="2405" y="2577"/>
                  <a:pt x="2472" y="2595"/>
                  <a:pt x="2544" y="2595"/>
                </a:cubicBezTo>
                <a:cubicBezTo>
                  <a:pt x="2544" y="2595"/>
                  <a:pt x="2544" y="2595"/>
                  <a:pt x="2544" y="2595"/>
                </a:cubicBezTo>
                <a:cubicBezTo>
                  <a:pt x="2772" y="2595"/>
                  <a:pt x="2957" y="2410"/>
                  <a:pt x="2957" y="2182"/>
                </a:cubicBezTo>
                <a:cubicBezTo>
                  <a:pt x="2957" y="2182"/>
                  <a:pt x="2957" y="2182"/>
                  <a:pt x="2957" y="2182"/>
                </a:cubicBezTo>
                <a:cubicBezTo>
                  <a:pt x="2957" y="2177"/>
                  <a:pt x="2957" y="2171"/>
                  <a:pt x="2957" y="2166"/>
                </a:cubicBezTo>
                <a:cubicBezTo>
                  <a:pt x="2957" y="2165"/>
                  <a:pt x="2957" y="2164"/>
                  <a:pt x="2957" y="2163"/>
                </a:cubicBezTo>
                <a:cubicBezTo>
                  <a:pt x="2956" y="2158"/>
                  <a:pt x="2956" y="2153"/>
                  <a:pt x="2956" y="2148"/>
                </a:cubicBezTo>
                <a:cubicBezTo>
                  <a:pt x="2956" y="2148"/>
                  <a:pt x="2956" y="2147"/>
                  <a:pt x="2955" y="2146"/>
                </a:cubicBezTo>
                <a:cubicBezTo>
                  <a:pt x="2955" y="2141"/>
                  <a:pt x="2955" y="2137"/>
                  <a:pt x="2954" y="2132"/>
                </a:cubicBezTo>
                <a:cubicBezTo>
                  <a:pt x="2954" y="2132"/>
                  <a:pt x="2954" y="2131"/>
                  <a:pt x="2954" y="2130"/>
                </a:cubicBezTo>
                <a:cubicBezTo>
                  <a:pt x="2953" y="2125"/>
                  <a:pt x="2953" y="2121"/>
                  <a:pt x="2952" y="2116"/>
                </a:cubicBezTo>
                <a:cubicBezTo>
                  <a:pt x="2952" y="2115"/>
                  <a:pt x="2951" y="2114"/>
                  <a:pt x="2951" y="2113"/>
                </a:cubicBezTo>
                <a:cubicBezTo>
                  <a:pt x="2950" y="2103"/>
                  <a:pt x="2948" y="2093"/>
                  <a:pt x="2945" y="2083"/>
                </a:cubicBezTo>
                <a:cubicBezTo>
                  <a:pt x="2945" y="2083"/>
                  <a:pt x="2945" y="2082"/>
                  <a:pt x="2945" y="2081"/>
                </a:cubicBezTo>
                <a:cubicBezTo>
                  <a:pt x="2943" y="2076"/>
                  <a:pt x="2942" y="2072"/>
                  <a:pt x="2941" y="2067"/>
                </a:cubicBezTo>
                <a:cubicBezTo>
                  <a:pt x="2941" y="2066"/>
                  <a:pt x="2941" y="2066"/>
                  <a:pt x="2940" y="2065"/>
                </a:cubicBezTo>
                <a:cubicBezTo>
                  <a:pt x="2939" y="2061"/>
                  <a:pt x="2937" y="2056"/>
                  <a:pt x="2936" y="2051"/>
                </a:cubicBezTo>
                <a:cubicBezTo>
                  <a:pt x="2936" y="2051"/>
                  <a:pt x="2936" y="2051"/>
                  <a:pt x="2936" y="2051"/>
                </a:cubicBezTo>
                <a:cubicBezTo>
                  <a:pt x="2934" y="2046"/>
                  <a:pt x="2932" y="2041"/>
                  <a:pt x="2931" y="2036"/>
                </a:cubicBezTo>
                <a:cubicBezTo>
                  <a:pt x="2930" y="2036"/>
                  <a:pt x="2930" y="2035"/>
                  <a:pt x="2930" y="2035"/>
                </a:cubicBezTo>
                <a:cubicBezTo>
                  <a:pt x="2926" y="2025"/>
                  <a:pt x="2922" y="2015"/>
                  <a:pt x="2918" y="2006"/>
                </a:cubicBezTo>
                <a:cubicBezTo>
                  <a:pt x="2918" y="2006"/>
                  <a:pt x="2918" y="2006"/>
                  <a:pt x="2918" y="2005"/>
                </a:cubicBezTo>
                <a:cubicBezTo>
                  <a:pt x="2915" y="2001"/>
                  <a:pt x="2913" y="1996"/>
                  <a:pt x="2911" y="1991"/>
                </a:cubicBezTo>
                <a:cubicBezTo>
                  <a:pt x="2911" y="1991"/>
                  <a:pt x="2911" y="1991"/>
                  <a:pt x="2911" y="1991"/>
                </a:cubicBezTo>
                <a:cubicBezTo>
                  <a:pt x="2906" y="1982"/>
                  <a:pt x="2900" y="1973"/>
                  <a:pt x="2895" y="1964"/>
                </a:cubicBezTo>
                <a:cubicBezTo>
                  <a:pt x="2895" y="1964"/>
                  <a:pt x="2895" y="1963"/>
                  <a:pt x="2895" y="1963"/>
                </a:cubicBezTo>
                <a:cubicBezTo>
                  <a:pt x="2889" y="1954"/>
                  <a:pt x="2883" y="1946"/>
                  <a:pt x="2877" y="1937"/>
                </a:cubicBezTo>
                <a:cubicBezTo>
                  <a:pt x="2877" y="1937"/>
                  <a:pt x="2877" y="1937"/>
                  <a:pt x="2877" y="1937"/>
                </a:cubicBezTo>
                <a:cubicBezTo>
                  <a:pt x="2877" y="1937"/>
                  <a:pt x="2877" y="1937"/>
                  <a:pt x="2877" y="1937"/>
                </a:cubicBezTo>
                <a:cubicBezTo>
                  <a:pt x="2874" y="1933"/>
                  <a:pt x="2871" y="1930"/>
                  <a:pt x="2868" y="1926"/>
                </a:cubicBezTo>
                <a:cubicBezTo>
                  <a:pt x="2868" y="1926"/>
                  <a:pt x="2868" y="1926"/>
                  <a:pt x="2868" y="1926"/>
                </a:cubicBezTo>
                <a:cubicBezTo>
                  <a:pt x="2851" y="1901"/>
                  <a:pt x="2841" y="1870"/>
                  <a:pt x="2841" y="1838"/>
                </a:cubicBezTo>
                <a:cubicBezTo>
                  <a:pt x="2841" y="1810"/>
                  <a:pt x="2848" y="1785"/>
                  <a:pt x="2860" y="1763"/>
                </a:cubicBezTo>
                <a:cubicBezTo>
                  <a:pt x="2869" y="1749"/>
                  <a:pt x="2869" y="1749"/>
                  <a:pt x="2869" y="1749"/>
                </a:cubicBezTo>
                <a:cubicBezTo>
                  <a:pt x="3401" y="897"/>
                  <a:pt x="3401" y="897"/>
                  <a:pt x="3401" y="897"/>
                </a:cubicBezTo>
                <a:cubicBezTo>
                  <a:pt x="3402" y="895"/>
                  <a:pt x="3403" y="894"/>
                  <a:pt x="3403" y="893"/>
                </a:cubicBezTo>
                <a:cubicBezTo>
                  <a:pt x="3431" y="850"/>
                  <a:pt x="3479" y="821"/>
                  <a:pt x="3534" y="821"/>
                </a:cubicBezTo>
                <a:cubicBezTo>
                  <a:pt x="3540" y="821"/>
                  <a:pt x="3545" y="821"/>
                  <a:pt x="3550" y="822"/>
                </a:cubicBezTo>
                <a:cubicBezTo>
                  <a:pt x="3553" y="822"/>
                  <a:pt x="3556" y="823"/>
                  <a:pt x="3559" y="823"/>
                </a:cubicBezTo>
                <a:cubicBezTo>
                  <a:pt x="3576" y="825"/>
                  <a:pt x="3592" y="826"/>
                  <a:pt x="3609" y="826"/>
                </a:cubicBezTo>
                <a:cubicBezTo>
                  <a:pt x="3837" y="826"/>
                  <a:pt x="4022" y="641"/>
                  <a:pt x="4022" y="413"/>
                </a:cubicBezTo>
                <a:cubicBezTo>
                  <a:pt x="4022" y="185"/>
                  <a:pt x="3837" y="0"/>
                  <a:pt x="3609" y="0"/>
                </a:cubicBezTo>
                <a:close/>
                <a:moveTo>
                  <a:pt x="1592" y="810"/>
                </a:moveTo>
                <a:cubicBezTo>
                  <a:pt x="1592" y="810"/>
                  <a:pt x="1592" y="810"/>
                  <a:pt x="1592" y="810"/>
                </a:cubicBezTo>
                <a:cubicBezTo>
                  <a:pt x="1592" y="810"/>
                  <a:pt x="1592" y="810"/>
                  <a:pt x="1592" y="810"/>
                </a:cubicBezTo>
                <a:close/>
                <a:moveTo>
                  <a:pt x="1735" y="737"/>
                </a:moveTo>
                <a:cubicBezTo>
                  <a:pt x="1735" y="737"/>
                  <a:pt x="1735" y="737"/>
                  <a:pt x="1735" y="737"/>
                </a:cubicBezTo>
                <a:cubicBezTo>
                  <a:pt x="1735" y="737"/>
                  <a:pt x="1735" y="737"/>
                  <a:pt x="1735" y="737"/>
                </a:cubicBezTo>
                <a:cubicBezTo>
                  <a:pt x="1735" y="737"/>
                  <a:pt x="1735" y="737"/>
                  <a:pt x="1735" y="737"/>
                </a:cubicBezTo>
                <a:close/>
              </a:path>
            </a:pathLst>
          </a:custGeom>
          <a:solidFill>
            <a:srgbClr val="DDE24A">
              <a:lumMod val="20000"/>
              <a:lumOff val="8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3" name="Oval 12">
            <a:extLst>
              <a:ext uri="{FF2B5EF4-FFF2-40B4-BE49-F238E27FC236}">
                <a16:creationId xmlns:a16="http://schemas.microsoft.com/office/drawing/2014/main" id="{25C21443-5F79-FB91-AC27-1A7E3B8C2B51}"/>
              </a:ext>
            </a:extLst>
          </p:cNvPr>
          <p:cNvSpPr/>
          <p:nvPr userDrawn="1"/>
        </p:nvSpPr>
        <p:spPr>
          <a:xfrm>
            <a:off x="2312599" y="3298685"/>
            <a:ext cx="772529" cy="741804"/>
          </a:xfrm>
          <a:prstGeom prst="ellipse">
            <a:avLst/>
          </a:prstGeom>
          <a:solidFill>
            <a:srgbClr val="432BA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0F0502020204030204"/>
              <a:ea typeface="+mn-ea"/>
              <a:cs typeface="+mn-cs"/>
            </a:endParaRPr>
          </a:p>
        </p:txBody>
      </p:sp>
      <p:sp>
        <p:nvSpPr>
          <p:cNvPr id="14" name="Oval 13">
            <a:extLst>
              <a:ext uri="{FF2B5EF4-FFF2-40B4-BE49-F238E27FC236}">
                <a16:creationId xmlns:a16="http://schemas.microsoft.com/office/drawing/2014/main" id="{8106A445-8E4E-C9DA-D2CF-38BD01CFB0C6}"/>
              </a:ext>
            </a:extLst>
          </p:cNvPr>
          <p:cNvSpPr/>
          <p:nvPr userDrawn="1"/>
        </p:nvSpPr>
        <p:spPr>
          <a:xfrm>
            <a:off x="3613700" y="1224185"/>
            <a:ext cx="772529" cy="741804"/>
          </a:xfrm>
          <a:prstGeom prst="ellipse">
            <a:avLst/>
          </a:prstGeom>
          <a:solidFill>
            <a:srgbClr val="DDE24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0F0502020204030204"/>
              <a:ea typeface="+mn-ea"/>
              <a:cs typeface="+mn-cs"/>
            </a:endParaRPr>
          </a:p>
        </p:txBody>
      </p:sp>
      <p:sp>
        <p:nvSpPr>
          <p:cNvPr id="15" name="Oval 14">
            <a:extLst>
              <a:ext uri="{FF2B5EF4-FFF2-40B4-BE49-F238E27FC236}">
                <a16:creationId xmlns:a16="http://schemas.microsoft.com/office/drawing/2014/main" id="{580C6DFA-978B-6845-A459-145EBCF6E296}"/>
              </a:ext>
            </a:extLst>
          </p:cNvPr>
          <p:cNvSpPr/>
          <p:nvPr userDrawn="1"/>
        </p:nvSpPr>
        <p:spPr>
          <a:xfrm>
            <a:off x="4912977" y="3301438"/>
            <a:ext cx="772529" cy="741804"/>
          </a:xfrm>
          <a:prstGeom prst="ellipse">
            <a:avLst/>
          </a:prstGeom>
          <a:solidFill>
            <a:srgbClr val="3A017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0F0502020204030204"/>
              <a:ea typeface="+mn-ea"/>
              <a:cs typeface="+mn-cs"/>
            </a:endParaRPr>
          </a:p>
        </p:txBody>
      </p:sp>
      <p:sp>
        <p:nvSpPr>
          <p:cNvPr id="16" name="Oval 15">
            <a:extLst>
              <a:ext uri="{FF2B5EF4-FFF2-40B4-BE49-F238E27FC236}">
                <a16:creationId xmlns:a16="http://schemas.microsoft.com/office/drawing/2014/main" id="{862ECDB7-270A-59EC-9292-DB76B1E3366D}"/>
              </a:ext>
            </a:extLst>
          </p:cNvPr>
          <p:cNvSpPr/>
          <p:nvPr userDrawn="1"/>
        </p:nvSpPr>
        <p:spPr>
          <a:xfrm>
            <a:off x="6205086" y="1226062"/>
            <a:ext cx="772529" cy="741804"/>
          </a:xfrm>
          <a:prstGeom prst="ellipse">
            <a:avLst/>
          </a:prstGeom>
          <a:solidFill>
            <a:srgbClr val="998CF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0F0502020204030204"/>
              <a:ea typeface="+mn-ea"/>
              <a:cs typeface="+mn-cs"/>
            </a:endParaRPr>
          </a:p>
        </p:txBody>
      </p:sp>
    </p:spTree>
    <p:extLst>
      <p:ext uri="{BB962C8B-B14F-4D97-AF65-F5344CB8AC3E}">
        <p14:creationId xmlns:p14="http://schemas.microsoft.com/office/powerpoint/2010/main" val="1847885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Freeform 9">
            <a:extLst>
              <a:ext uri="{FF2B5EF4-FFF2-40B4-BE49-F238E27FC236}">
                <a16:creationId xmlns:a16="http://schemas.microsoft.com/office/drawing/2014/main" id="{7142851F-5466-B79E-F9E4-7FA8A851C49A}"/>
              </a:ext>
            </a:extLst>
          </p:cNvPr>
          <p:cNvSpPr>
            <a:spLocks/>
          </p:cNvSpPr>
          <p:nvPr userDrawn="1"/>
        </p:nvSpPr>
        <p:spPr bwMode="auto">
          <a:xfrm>
            <a:off x="757451" y="1035160"/>
            <a:ext cx="3282554" cy="3199235"/>
          </a:xfrm>
          <a:custGeom>
            <a:avLst/>
            <a:gdLst>
              <a:gd name="T0" fmla="*/ 0 w 2757"/>
              <a:gd name="T1" fmla="*/ 0 h 2514"/>
              <a:gd name="T2" fmla="*/ 2757 w 2757"/>
              <a:gd name="T3" fmla="*/ 0 h 2514"/>
              <a:gd name="T4" fmla="*/ 2757 w 2757"/>
              <a:gd name="T5" fmla="*/ 2514 h 2514"/>
              <a:gd name="T6" fmla="*/ 0 w 2757"/>
              <a:gd name="T7" fmla="*/ 2514 h 2514"/>
              <a:gd name="T8" fmla="*/ 0 w 2757"/>
              <a:gd name="T9" fmla="*/ 0 h 2514"/>
              <a:gd name="T10" fmla="*/ 0 w 2757"/>
              <a:gd name="T11" fmla="*/ 0 h 2514"/>
            </a:gdLst>
            <a:ahLst/>
            <a:cxnLst>
              <a:cxn ang="0">
                <a:pos x="T0" y="T1"/>
              </a:cxn>
              <a:cxn ang="0">
                <a:pos x="T2" y="T3"/>
              </a:cxn>
              <a:cxn ang="0">
                <a:pos x="T4" y="T5"/>
              </a:cxn>
              <a:cxn ang="0">
                <a:pos x="T6" y="T7"/>
              </a:cxn>
              <a:cxn ang="0">
                <a:pos x="T8" y="T9"/>
              </a:cxn>
              <a:cxn ang="0">
                <a:pos x="T10" y="T11"/>
              </a:cxn>
            </a:cxnLst>
            <a:rect l="0" t="0" r="r" b="b"/>
            <a:pathLst>
              <a:path w="2757" h="2514">
                <a:moveTo>
                  <a:pt x="0" y="0"/>
                </a:moveTo>
                <a:lnTo>
                  <a:pt x="2757" y="0"/>
                </a:lnTo>
                <a:lnTo>
                  <a:pt x="2757" y="2514"/>
                </a:lnTo>
                <a:lnTo>
                  <a:pt x="0" y="2514"/>
                </a:lnTo>
                <a:lnTo>
                  <a:pt x="0" y="0"/>
                </a:lnTo>
                <a:lnTo>
                  <a:pt x="0" y="0"/>
                </a:ln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ptos" panose="020F0502020204030204"/>
              <a:ea typeface="+mn-ea"/>
              <a:cs typeface="+mn-cs"/>
            </a:endParaRPr>
          </a:p>
        </p:txBody>
      </p:sp>
      <p:sp>
        <p:nvSpPr>
          <p:cNvPr id="6" name="Freeform 10">
            <a:extLst>
              <a:ext uri="{FF2B5EF4-FFF2-40B4-BE49-F238E27FC236}">
                <a16:creationId xmlns:a16="http://schemas.microsoft.com/office/drawing/2014/main" id="{90B355DE-131E-D261-1280-E7A0BD87338D}"/>
              </a:ext>
            </a:extLst>
          </p:cNvPr>
          <p:cNvSpPr>
            <a:spLocks/>
          </p:cNvSpPr>
          <p:nvPr userDrawn="1"/>
        </p:nvSpPr>
        <p:spPr bwMode="auto">
          <a:xfrm>
            <a:off x="4986578" y="1035159"/>
            <a:ext cx="3282554" cy="3199235"/>
          </a:xfrm>
          <a:custGeom>
            <a:avLst/>
            <a:gdLst>
              <a:gd name="T0" fmla="*/ 0 w 2757"/>
              <a:gd name="T1" fmla="*/ 0 h 2514"/>
              <a:gd name="T2" fmla="*/ 2757 w 2757"/>
              <a:gd name="T3" fmla="*/ 0 h 2514"/>
              <a:gd name="T4" fmla="*/ 2757 w 2757"/>
              <a:gd name="T5" fmla="*/ 2514 h 2514"/>
              <a:gd name="T6" fmla="*/ 0 w 2757"/>
              <a:gd name="T7" fmla="*/ 2514 h 2514"/>
              <a:gd name="T8" fmla="*/ 0 w 2757"/>
              <a:gd name="T9" fmla="*/ 0 h 2514"/>
              <a:gd name="T10" fmla="*/ 0 w 2757"/>
              <a:gd name="T11" fmla="*/ 0 h 2514"/>
            </a:gdLst>
            <a:ahLst/>
            <a:cxnLst>
              <a:cxn ang="0">
                <a:pos x="T0" y="T1"/>
              </a:cxn>
              <a:cxn ang="0">
                <a:pos x="T2" y="T3"/>
              </a:cxn>
              <a:cxn ang="0">
                <a:pos x="T4" y="T5"/>
              </a:cxn>
              <a:cxn ang="0">
                <a:pos x="T6" y="T7"/>
              </a:cxn>
              <a:cxn ang="0">
                <a:pos x="T8" y="T9"/>
              </a:cxn>
              <a:cxn ang="0">
                <a:pos x="T10" y="T11"/>
              </a:cxn>
            </a:cxnLst>
            <a:rect l="0" t="0" r="r" b="b"/>
            <a:pathLst>
              <a:path w="2757" h="2514">
                <a:moveTo>
                  <a:pt x="0" y="0"/>
                </a:moveTo>
                <a:lnTo>
                  <a:pt x="2757" y="0"/>
                </a:lnTo>
                <a:lnTo>
                  <a:pt x="2757" y="2514"/>
                </a:lnTo>
                <a:lnTo>
                  <a:pt x="0" y="2514"/>
                </a:lnTo>
                <a:lnTo>
                  <a:pt x="0" y="0"/>
                </a:lnTo>
                <a:lnTo>
                  <a:pt x="0" y="0"/>
                </a:lnTo>
                <a:close/>
              </a:path>
            </a:pathLst>
          </a:custGeom>
          <a:solidFill>
            <a:schemeClr val="accent5"/>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000000"/>
              </a:solidFill>
              <a:effectLst/>
              <a:uLnTx/>
              <a:uFillTx/>
              <a:latin typeface="Aptos" panose="020F0502020204030204"/>
              <a:ea typeface="+mn-ea"/>
              <a:cs typeface="+mn-cs"/>
            </a:endParaRPr>
          </a:p>
        </p:txBody>
      </p:sp>
      <p:sp>
        <p:nvSpPr>
          <p:cNvPr id="2" name="Title 1">
            <a:extLst>
              <a:ext uri="{FF2B5EF4-FFF2-40B4-BE49-F238E27FC236}">
                <a16:creationId xmlns:a16="http://schemas.microsoft.com/office/drawing/2014/main" id="{74C1E37E-5F0E-1FD6-8329-6DAD4106C542}"/>
              </a:ext>
            </a:extLst>
          </p:cNvPr>
          <p:cNvSpPr>
            <a:spLocks noGrp="1"/>
          </p:cNvSpPr>
          <p:nvPr>
            <p:ph type="title" hasCustomPrompt="1"/>
          </p:nvPr>
        </p:nvSpPr>
        <p:spPr/>
        <p:txBody>
          <a:bodyPr/>
          <a:lstStyle>
            <a:lvl1pPr>
              <a:defRPr/>
            </a:lvl1pPr>
          </a:lstStyle>
          <a:p>
            <a:r>
              <a:rPr lang="en-US" dirty="0"/>
              <a:t>Click to add title</a:t>
            </a:r>
            <a:endParaRPr lang="de-CH" dirty="0"/>
          </a:p>
        </p:txBody>
      </p:sp>
      <p:sp>
        <p:nvSpPr>
          <p:cNvPr id="17" name="Oval 11">
            <a:extLst>
              <a:ext uri="{FF2B5EF4-FFF2-40B4-BE49-F238E27FC236}">
                <a16:creationId xmlns:a16="http://schemas.microsoft.com/office/drawing/2014/main" id="{C8B4BCF1-06B4-7A36-037F-EE0B598BD733}"/>
              </a:ext>
            </a:extLst>
          </p:cNvPr>
          <p:cNvSpPr>
            <a:spLocks noChangeArrowheads="1"/>
          </p:cNvSpPr>
          <p:nvPr userDrawn="1"/>
        </p:nvSpPr>
        <p:spPr bwMode="auto">
          <a:xfrm>
            <a:off x="3745802" y="2229401"/>
            <a:ext cx="679847" cy="688181"/>
          </a:xfrm>
          <a:prstGeom prst="ellipse">
            <a:avLst/>
          </a:prstGeom>
          <a:solidFill>
            <a:schemeClr val="bg1"/>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Aptos" panose="020F0502020204030204"/>
              <a:ea typeface="+mn-ea"/>
              <a:cs typeface="+mn-cs"/>
            </a:endParaRPr>
          </a:p>
        </p:txBody>
      </p:sp>
      <p:sp>
        <p:nvSpPr>
          <p:cNvPr id="18" name="Oval 12">
            <a:extLst>
              <a:ext uri="{FF2B5EF4-FFF2-40B4-BE49-F238E27FC236}">
                <a16:creationId xmlns:a16="http://schemas.microsoft.com/office/drawing/2014/main" id="{9DAED262-FA17-D50B-1A57-F1C113F57C7A}"/>
              </a:ext>
            </a:extLst>
          </p:cNvPr>
          <p:cNvSpPr>
            <a:spLocks noChangeArrowheads="1"/>
          </p:cNvSpPr>
          <p:nvPr userDrawn="1"/>
        </p:nvSpPr>
        <p:spPr bwMode="auto">
          <a:xfrm>
            <a:off x="4642342" y="2229401"/>
            <a:ext cx="686991" cy="688181"/>
          </a:xfrm>
          <a:prstGeom prst="ellipse">
            <a:avLst/>
          </a:prstGeom>
          <a:solidFill>
            <a:schemeClr val="bg1"/>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Aptos" panose="020F0502020204030204"/>
              <a:ea typeface="+mn-ea"/>
              <a:cs typeface="+mn-cs"/>
            </a:endParaRPr>
          </a:p>
        </p:txBody>
      </p:sp>
      <p:sp>
        <p:nvSpPr>
          <p:cNvPr id="3" name="Slide Number Placeholder 2">
            <a:extLst>
              <a:ext uri="{FF2B5EF4-FFF2-40B4-BE49-F238E27FC236}">
                <a16:creationId xmlns:a16="http://schemas.microsoft.com/office/drawing/2014/main" id="{5D8CA173-4BB1-BA58-4072-C520FF104D8B}"/>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50376E9A-088A-8CC3-7E3E-9A582B893408}"/>
              </a:ext>
            </a:extLst>
          </p:cNvPr>
          <p:cNvSpPr>
            <a:spLocks noGrp="1"/>
          </p:cNvSpPr>
          <p:nvPr>
            <p:ph type="ftr" sz="quarter" idx="11"/>
          </p:nvPr>
        </p:nvSpPr>
        <p:spPr/>
        <p:txBody>
          <a:bodyPr/>
          <a:lstStyle/>
          <a:p>
            <a:endParaRPr lang="de-CH" sz="900" dirty="0"/>
          </a:p>
        </p:txBody>
      </p:sp>
      <p:sp>
        <p:nvSpPr>
          <p:cNvPr id="7" name="Freeform 13">
            <a:extLst>
              <a:ext uri="{FF2B5EF4-FFF2-40B4-BE49-F238E27FC236}">
                <a16:creationId xmlns:a16="http://schemas.microsoft.com/office/drawing/2014/main" id="{29C3475D-945B-A2A7-6D15-7877942F8828}"/>
              </a:ext>
            </a:extLst>
          </p:cNvPr>
          <p:cNvSpPr>
            <a:spLocks/>
          </p:cNvSpPr>
          <p:nvPr userDrawn="1"/>
        </p:nvSpPr>
        <p:spPr bwMode="auto">
          <a:xfrm>
            <a:off x="3832268" y="2322716"/>
            <a:ext cx="1412081" cy="516731"/>
          </a:xfrm>
          <a:custGeom>
            <a:avLst/>
            <a:gdLst>
              <a:gd name="T0" fmla="*/ 485 w 592"/>
              <a:gd name="T1" fmla="*/ 0 h 216"/>
              <a:gd name="T2" fmla="*/ 394 w 592"/>
              <a:gd name="T3" fmla="*/ 51 h 216"/>
              <a:gd name="T4" fmla="*/ 391 w 592"/>
              <a:gd name="T5" fmla="*/ 56 h 216"/>
              <a:gd name="T6" fmla="*/ 351 w 592"/>
              <a:gd name="T7" fmla="*/ 77 h 216"/>
              <a:gd name="T8" fmla="*/ 240 w 592"/>
              <a:gd name="T9" fmla="*/ 77 h 216"/>
              <a:gd name="T10" fmla="*/ 200 w 592"/>
              <a:gd name="T11" fmla="*/ 56 h 216"/>
              <a:gd name="T12" fmla="*/ 197 w 592"/>
              <a:gd name="T13" fmla="*/ 51 h 216"/>
              <a:gd name="T14" fmla="*/ 107 w 592"/>
              <a:gd name="T15" fmla="*/ 0 h 216"/>
              <a:gd name="T16" fmla="*/ 0 w 592"/>
              <a:gd name="T17" fmla="*/ 108 h 216"/>
              <a:gd name="T18" fmla="*/ 107 w 592"/>
              <a:gd name="T19" fmla="*/ 216 h 216"/>
              <a:gd name="T20" fmla="*/ 197 w 592"/>
              <a:gd name="T21" fmla="*/ 164 h 216"/>
              <a:gd name="T22" fmla="*/ 200 w 592"/>
              <a:gd name="T23" fmla="*/ 160 h 216"/>
              <a:gd name="T24" fmla="*/ 240 w 592"/>
              <a:gd name="T25" fmla="*/ 139 h 216"/>
              <a:gd name="T26" fmla="*/ 351 w 592"/>
              <a:gd name="T27" fmla="*/ 139 h 216"/>
              <a:gd name="T28" fmla="*/ 391 w 592"/>
              <a:gd name="T29" fmla="*/ 160 h 216"/>
              <a:gd name="T30" fmla="*/ 394 w 592"/>
              <a:gd name="T31" fmla="*/ 164 h 216"/>
              <a:gd name="T32" fmla="*/ 485 w 592"/>
              <a:gd name="T33" fmla="*/ 216 h 216"/>
              <a:gd name="T34" fmla="*/ 592 w 592"/>
              <a:gd name="T35" fmla="*/ 108 h 216"/>
              <a:gd name="T36" fmla="*/ 485 w 592"/>
              <a:gd name="T37"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2" h="216">
                <a:moveTo>
                  <a:pt x="485" y="0"/>
                </a:moveTo>
                <a:cubicBezTo>
                  <a:pt x="446" y="0"/>
                  <a:pt x="413" y="20"/>
                  <a:pt x="394" y="51"/>
                </a:cubicBezTo>
                <a:cubicBezTo>
                  <a:pt x="393" y="53"/>
                  <a:pt x="392" y="55"/>
                  <a:pt x="391" y="56"/>
                </a:cubicBezTo>
                <a:cubicBezTo>
                  <a:pt x="382" y="69"/>
                  <a:pt x="367" y="77"/>
                  <a:pt x="351" y="77"/>
                </a:cubicBezTo>
                <a:cubicBezTo>
                  <a:pt x="184" y="77"/>
                  <a:pt x="240" y="77"/>
                  <a:pt x="240" y="77"/>
                </a:cubicBezTo>
                <a:cubicBezTo>
                  <a:pt x="224" y="77"/>
                  <a:pt x="209" y="69"/>
                  <a:pt x="200" y="56"/>
                </a:cubicBezTo>
                <a:cubicBezTo>
                  <a:pt x="199" y="55"/>
                  <a:pt x="198" y="53"/>
                  <a:pt x="197" y="51"/>
                </a:cubicBezTo>
                <a:cubicBezTo>
                  <a:pt x="179" y="20"/>
                  <a:pt x="145" y="0"/>
                  <a:pt x="107" y="0"/>
                </a:cubicBezTo>
                <a:cubicBezTo>
                  <a:pt x="48" y="0"/>
                  <a:pt x="0" y="48"/>
                  <a:pt x="0" y="108"/>
                </a:cubicBezTo>
                <a:cubicBezTo>
                  <a:pt x="0" y="167"/>
                  <a:pt x="48" y="216"/>
                  <a:pt x="107" y="216"/>
                </a:cubicBezTo>
                <a:cubicBezTo>
                  <a:pt x="145" y="216"/>
                  <a:pt x="179" y="196"/>
                  <a:pt x="197" y="164"/>
                </a:cubicBezTo>
                <a:cubicBezTo>
                  <a:pt x="198" y="163"/>
                  <a:pt x="199" y="161"/>
                  <a:pt x="200" y="160"/>
                </a:cubicBezTo>
                <a:cubicBezTo>
                  <a:pt x="208" y="147"/>
                  <a:pt x="224" y="139"/>
                  <a:pt x="240" y="139"/>
                </a:cubicBezTo>
                <a:cubicBezTo>
                  <a:pt x="407" y="139"/>
                  <a:pt x="351" y="139"/>
                  <a:pt x="351" y="139"/>
                </a:cubicBezTo>
                <a:cubicBezTo>
                  <a:pt x="367" y="139"/>
                  <a:pt x="383" y="147"/>
                  <a:pt x="391" y="160"/>
                </a:cubicBezTo>
                <a:cubicBezTo>
                  <a:pt x="392" y="161"/>
                  <a:pt x="393" y="163"/>
                  <a:pt x="394" y="164"/>
                </a:cubicBezTo>
                <a:cubicBezTo>
                  <a:pt x="412" y="196"/>
                  <a:pt x="446" y="216"/>
                  <a:pt x="485" y="216"/>
                </a:cubicBezTo>
                <a:cubicBezTo>
                  <a:pt x="543" y="216"/>
                  <a:pt x="592" y="167"/>
                  <a:pt x="592" y="108"/>
                </a:cubicBezTo>
                <a:cubicBezTo>
                  <a:pt x="592" y="48"/>
                  <a:pt x="543" y="0"/>
                  <a:pt x="485" y="0"/>
                </a:cubicBezTo>
                <a:close/>
              </a:path>
            </a:pathLst>
          </a:custGeom>
          <a:solidFill>
            <a:schemeClr val="accent3">
              <a:lumMod val="60000"/>
              <a:lumOff val="40000"/>
            </a:schemeClr>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Aptos" panose="020F0502020204030204"/>
              <a:ea typeface="+mn-ea"/>
              <a:cs typeface="+mn-cs"/>
            </a:endParaRPr>
          </a:p>
        </p:txBody>
      </p:sp>
      <p:sp>
        <p:nvSpPr>
          <p:cNvPr id="9" name="Text Placeholder 8">
            <a:extLst>
              <a:ext uri="{FF2B5EF4-FFF2-40B4-BE49-F238E27FC236}">
                <a16:creationId xmlns:a16="http://schemas.microsoft.com/office/drawing/2014/main" id="{BCE1ACF3-21F5-523A-8FDE-6C83E086A723}"/>
              </a:ext>
            </a:extLst>
          </p:cNvPr>
          <p:cNvSpPr>
            <a:spLocks noGrp="1"/>
          </p:cNvSpPr>
          <p:nvPr>
            <p:ph type="body" sz="quarter" idx="12" hasCustomPrompt="1"/>
          </p:nvPr>
        </p:nvSpPr>
        <p:spPr>
          <a:xfrm>
            <a:off x="1120790" y="1862242"/>
            <a:ext cx="2555875" cy="444289"/>
          </a:xfrm>
        </p:spPr>
        <p:txBody>
          <a:bodyPr/>
          <a:lstStyle>
            <a:lvl1pPr marL="171450" marR="0" indent="-171450" algn="ctr" defTabSz="685800" rtl="0" eaLnBrk="1" fontAlgn="auto" latinLnBrk="0" hangingPunct="1">
              <a:lnSpc>
                <a:spcPct val="114000"/>
              </a:lnSpc>
              <a:spcBef>
                <a:spcPts val="750"/>
              </a:spcBef>
              <a:spcAft>
                <a:spcPts val="400"/>
              </a:spcAft>
              <a:buClr>
                <a:schemeClr val="accent5"/>
              </a:buClr>
              <a:buSzTx/>
              <a:buFont typeface="Arial" panose="020B0604020202020204" pitchFamily="34" charset="0"/>
              <a:buNone/>
              <a:tabLst/>
              <a:defRPr sz="2400" b="1">
                <a:solidFill>
                  <a:schemeClr val="bg1"/>
                </a:solidFill>
              </a:defRPr>
            </a:lvl1pPr>
            <a:lvl2pPr algn="ctr">
              <a:defRPr>
                <a:solidFill>
                  <a:schemeClr val="bg1"/>
                </a:solidFill>
              </a:defRPr>
            </a:lvl2pPr>
            <a:lvl3pPr algn="ctr">
              <a:defRPr>
                <a:solidFill>
                  <a:schemeClr val="bg1"/>
                </a:solidFill>
              </a:defRPr>
            </a:lvl3pPr>
            <a:lvl4pPr algn="ctr">
              <a:buNone/>
              <a:defRPr>
                <a:solidFill>
                  <a:schemeClr val="bg1"/>
                </a:solidFill>
              </a:defRPr>
            </a:lvl4pPr>
            <a:lvl5pPr algn="ctr">
              <a:defRPr>
                <a:solidFill>
                  <a:schemeClr val="bg1"/>
                </a:solidFill>
              </a:defRPr>
            </a:lvl5pPr>
          </a:lstStyle>
          <a:p>
            <a:pPr lvl="0"/>
            <a:r>
              <a:rPr lang="en-US" dirty="0"/>
              <a:t>Add title here</a:t>
            </a:r>
          </a:p>
          <a:p>
            <a:pPr lvl="0"/>
            <a:endParaRPr lang="en-US" dirty="0"/>
          </a:p>
        </p:txBody>
      </p:sp>
      <p:sp>
        <p:nvSpPr>
          <p:cNvPr id="13" name="Text Placeholder 8">
            <a:extLst>
              <a:ext uri="{FF2B5EF4-FFF2-40B4-BE49-F238E27FC236}">
                <a16:creationId xmlns:a16="http://schemas.microsoft.com/office/drawing/2014/main" id="{4BF6247C-37A0-1E3A-65E4-88553D6F0674}"/>
              </a:ext>
            </a:extLst>
          </p:cNvPr>
          <p:cNvSpPr>
            <a:spLocks noGrp="1"/>
          </p:cNvSpPr>
          <p:nvPr>
            <p:ph type="body" sz="quarter" idx="13" hasCustomPrompt="1"/>
          </p:nvPr>
        </p:nvSpPr>
        <p:spPr>
          <a:xfrm>
            <a:off x="5349917" y="1862243"/>
            <a:ext cx="2555875" cy="444289"/>
          </a:xfrm>
        </p:spPr>
        <p:txBody>
          <a:bodyPr/>
          <a:lstStyle>
            <a:lvl1pPr marL="171450" marR="0" indent="-171450" algn="ctr" defTabSz="685800" rtl="0" eaLnBrk="1" fontAlgn="auto" latinLnBrk="0" hangingPunct="1">
              <a:lnSpc>
                <a:spcPct val="114000"/>
              </a:lnSpc>
              <a:spcBef>
                <a:spcPts val="750"/>
              </a:spcBef>
              <a:spcAft>
                <a:spcPts val="400"/>
              </a:spcAft>
              <a:buClr>
                <a:schemeClr val="accent5"/>
              </a:buClr>
              <a:buSzTx/>
              <a:buFont typeface="Arial" panose="020B0604020202020204" pitchFamily="34" charset="0"/>
              <a:buNone/>
              <a:tabLst/>
              <a:defRPr sz="2400" b="1">
                <a:solidFill>
                  <a:schemeClr val="bg1"/>
                </a:solidFill>
              </a:defRPr>
            </a:lvl1pPr>
            <a:lvl2pPr algn="ctr">
              <a:defRPr>
                <a:solidFill>
                  <a:schemeClr val="bg1"/>
                </a:solidFill>
              </a:defRPr>
            </a:lvl2pPr>
            <a:lvl3pPr algn="ctr">
              <a:defRPr>
                <a:solidFill>
                  <a:schemeClr val="bg1"/>
                </a:solidFill>
              </a:defRPr>
            </a:lvl3pPr>
            <a:lvl4pPr algn="ctr">
              <a:buNone/>
              <a:defRPr>
                <a:solidFill>
                  <a:schemeClr val="bg1"/>
                </a:solidFill>
              </a:defRPr>
            </a:lvl4pPr>
            <a:lvl5pPr algn="ctr">
              <a:defRPr>
                <a:solidFill>
                  <a:schemeClr val="bg1"/>
                </a:solidFill>
              </a:defRPr>
            </a:lvl5pPr>
          </a:lstStyle>
          <a:p>
            <a:pPr lvl="0"/>
            <a:r>
              <a:rPr lang="en-US" dirty="0"/>
              <a:t>Add title here</a:t>
            </a:r>
          </a:p>
          <a:p>
            <a:pPr lvl="0"/>
            <a:endParaRPr lang="en-US" dirty="0"/>
          </a:p>
        </p:txBody>
      </p:sp>
      <p:sp>
        <p:nvSpPr>
          <p:cNvPr id="15" name="Text Placeholder 14">
            <a:extLst>
              <a:ext uri="{FF2B5EF4-FFF2-40B4-BE49-F238E27FC236}">
                <a16:creationId xmlns:a16="http://schemas.microsoft.com/office/drawing/2014/main" id="{A0AB070F-B0E8-F8F2-C7C1-4277FB405EA0}"/>
              </a:ext>
            </a:extLst>
          </p:cNvPr>
          <p:cNvSpPr>
            <a:spLocks noGrp="1"/>
          </p:cNvSpPr>
          <p:nvPr>
            <p:ph type="body" sz="quarter" idx="14"/>
          </p:nvPr>
        </p:nvSpPr>
        <p:spPr>
          <a:xfrm>
            <a:off x="1120775" y="2565400"/>
            <a:ext cx="2555875" cy="1293813"/>
          </a:xfrm>
        </p:spPr>
        <p:txBody>
          <a:bodyPr/>
          <a:lstStyle>
            <a:lvl1pPr algn="ctr">
              <a:buNone/>
              <a:defRPr sz="1400">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stStyle>
          <a:p>
            <a:pPr lvl="0"/>
            <a:r>
              <a:rPr lang="en-US"/>
              <a:t>Click to edit Master text styles</a:t>
            </a:r>
          </a:p>
        </p:txBody>
      </p:sp>
      <p:sp>
        <p:nvSpPr>
          <p:cNvPr id="16" name="Text Placeholder 14">
            <a:extLst>
              <a:ext uri="{FF2B5EF4-FFF2-40B4-BE49-F238E27FC236}">
                <a16:creationId xmlns:a16="http://schemas.microsoft.com/office/drawing/2014/main" id="{8D882BFC-7ACB-4CDF-173C-9880B0F829C1}"/>
              </a:ext>
            </a:extLst>
          </p:cNvPr>
          <p:cNvSpPr>
            <a:spLocks noGrp="1"/>
          </p:cNvSpPr>
          <p:nvPr>
            <p:ph type="body" sz="quarter" idx="15"/>
          </p:nvPr>
        </p:nvSpPr>
        <p:spPr>
          <a:xfrm>
            <a:off x="5350184" y="2623556"/>
            <a:ext cx="2555875" cy="1293813"/>
          </a:xfrm>
        </p:spPr>
        <p:txBody>
          <a:bodyPr/>
          <a:lstStyle>
            <a:lvl1pPr algn="ctr">
              <a:buNone/>
              <a:defRPr sz="1400">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5834032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irc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B394C-A1A4-023D-FC5F-56BE651F387A}"/>
              </a:ext>
            </a:extLst>
          </p:cNvPr>
          <p:cNvSpPr>
            <a:spLocks noGrp="1"/>
          </p:cNvSpPr>
          <p:nvPr>
            <p:ph type="title" hasCustomPrompt="1"/>
          </p:nvPr>
        </p:nvSpPr>
        <p:spPr>
          <a:xfrm>
            <a:off x="3382458" y="706659"/>
            <a:ext cx="2306059" cy="493718"/>
          </a:xfrm>
        </p:spPr>
        <p:txBody>
          <a:bodyPr/>
          <a:lstStyle>
            <a:lvl1pPr algn="ctr">
              <a:defRPr/>
            </a:lvl1pPr>
          </a:lstStyle>
          <a:p>
            <a:r>
              <a:rPr lang="en-US" dirty="0"/>
              <a:t>Click to add title</a:t>
            </a:r>
            <a:endParaRPr lang="de-CH" dirty="0"/>
          </a:p>
        </p:txBody>
      </p:sp>
      <p:sp>
        <p:nvSpPr>
          <p:cNvPr id="3" name="Slide Number Placeholder 2">
            <a:extLst>
              <a:ext uri="{FF2B5EF4-FFF2-40B4-BE49-F238E27FC236}">
                <a16:creationId xmlns:a16="http://schemas.microsoft.com/office/drawing/2014/main" id="{0E9451D5-6578-DC75-D087-C328EE64E54B}"/>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C00237F5-C50E-C892-39A7-EEDD5040FE14}"/>
              </a:ext>
            </a:extLst>
          </p:cNvPr>
          <p:cNvSpPr>
            <a:spLocks noGrp="1"/>
          </p:cNvSpPr>
          <p:nvPr>
            <p:ph type="ftr" sz="quarter" idx="11"/>
          </p:nvPr>
        </p:nvSpPr>
        <p:spPr/>
        <p:txBody>
          <a:bodyPr/>
          <a:lstStyle/>
          <a:p>
            <a:endParaRPr lang="de-CH" sz="900" dirty="0"/>
          </a:p>
        </p:txBody>
      </p:sp>
      <p:sp>
        <p:nvSpPr>
          <p:cNvPr id="48" name="Text Placeholder 46">
            <a:extLst>
              <a:ext uri="{FF2B5EF4-FFF2-40B4-BE49-F238E27FC236}">
                <a16:creationId xmlns:a16="http://schemas.microsoft.com/office/drawing/2014/main" id="{70856DFB-4DF5-8A60-24AE-FE989722BABF}"/>
              </a:ext>
            </a:extLst>
          </p:cNvPr>
          <p:cNvSpPr>
            <a:spLocks noGrp="1"/>
          </p:cNvSpPr>
          <p:nvPr>
            <p:ph type="body" sz="quarter" idx="13" hasCustomPrompt="1"/>
          </p:nvPr>
        </p:nvSpPr>
        <p:spPr>
          <a:xfrm>
            <a:off x="906326" y="1637548"/>
            <a:ext cx="1246805" cy="282575"/>
          </a:xfrm>
        </p:spPr>
        <p:txBody>
          <a:bodyPr/>
          <a:lstStyle>
            <a:lvl1pPr algn="r">
              <a:buNone/>
              <a:defRPr b="1"/>
            </a:lvl1pPr>
          </a:lstStyle>
          <a:p>
            <a:pPr lvl="0"/>
            <a:r>
              <a:rPr lang="en-US" dirty="0"/>
              <a:t>Click to add text</a:t>
            </a:r>
            <a:endParaRPr lang="de-CH" dirty="0"/>
          </a:p>
        </p:txBody>
      </p:sp>
      <p:sp>
        <p:nvSpPr>
          <p:cNvPr id="61" name="Text Placeholder 60">
            <a:extLst>
              <a:ext uri="{FF2B5EF4-FFF2-40B4-BE49-F238E27FC236}">
                <a16:creationId xmlns:a16="http://schemas.microsoft.com/office/drawing/2014/main" id="{AC9ED137-E153-9808-2D0E-EE4CCED179B0}"/>
              </a:ext>
            </a:extLst>
          </p:cNvPr>
          <p:cNvSpPr>
            <a:spLocks noGrp="1"/>
          </p:cNvSpPr>
          <p:nvPr>
            <p:ph type="body" sz="quarter" idx="23" hasCustomPrompt="1"/>
          </p:nvPr>
        </p:nvSpPr>
        <p:spPr>
          <a:xfrm>
            <a:off x="905983" y="2035472"/>
            <a:ext cx="1247775" cy="688975"/>
          </a:xfrm>
        </p:spPr>
        <p:txBody>
          <a:bodyPr/>
          <a:lstStyle>
            <a:lvl1pPr marL="0" indent="0" algn="r">
              <a:buNone/>
              <a:defRPr sz="1200"/>
            </a:lvl1pPr>
          </a:lstStyle>
          <a:p>
            <a:pPr lvl="0"/>
            <a:r>
              <a:rPr lang="en-US" sz="1200" dirty="0"/>
              <a:t>Click to add text</a:t>
            </a:r>
            <a:endParaRPr lang="de-CH" dirty="0"/>
          </a:p>
        </p:txBody>
      </p:sp>
      <p:sp>
        <p:nvSpPr>
          <p:cNvPr id="65" name="Text Placeholder 46">
            <a:extLst>
              <a:ext uri="{FF2B5EF4-FFF2-40B4-BE49-F238E27FC236}">
                <a16:creationId xmlns:a16="http://schemas.microsoft.com/office/drawing/2014/main" id="{40A556FD-D857-188B-2C2A-7DE33DA61667}"/>
              </a:ext>
            </a:extLst>
          </p:cNvPr>
          <p:cNvSpPr>
            <a:spLocks noGrp="1"/>
          </p:cNvSpPr>
          <p:nvPr>
            <p:ph type="body" sz="quarter" idx="26" hasCustomPrompt="1"/>
          </p:nvPr>
        </p:nvSpPr>
        <p:spPr>
          <a:xfrm>
            <a:off x="2891406" y="3356776"/>
            <a:ext cx="1246805" cy="282575"/>
          </a:xfrm>
        </p:spPr>
        <p:txBody>
          <a:bodyPr/>
          <a:lstStyle>
            <a:lvl1pPr algn="r">
              <a:buNone/>
              <a:defRPr b="1"/>
            </a:lvl1pPr>
          </a:lstStyle>
          <a:p>
            <a:pPr lvl="0"/>
            <a:r>
              <a:rPr lang="en-US" dirty="0"/>
              <a:t>Click to add text</a:t>
            </a:r>
            <a:endParaRPr lang="de-CH" dirty="0"/>
          </a:p>
        </p:txBody>
      </p:sp>
      <p:sp>
        <p:nvSpPr>
          <p:cNvPr id="66" name="Text Placeholder 60">
            <a:extLst>
              <a:ext uri="{FF2B5EF4-FFF2-40B4-BE49-F238E27FC236}">
                <a16:creationId xmlns:a16="http://schemas.microsoft.com/office/drawing/2014/main" id="{F4A381A7-821B-C3DB-91F6-A1894EE0302E}"/>
              </a:ext>
            </a:extLst>
          </p:cNvPr>
          <p:cNvSpPr>
            <a:spLocks noGrp="1"/>
          </p:cNvSpPr>
          <p:nvPr>
            <p:ph type="body" sz="quarter" idx="27" hasCustomPrompt="1"/>
          </p:nvPr>
        </p:nvSpPr>
        <p:spPr>
          <a:xfrm>
            <a:off x="2891063" y="3754700"/>
            <a:ext cx="1247775" cy="688975"/>
          </a:xfrm>
        </p:spPr>
        <p:txBody>
          <a:bodyPr/>
          <a:lstStyle>
            <a:lvl1pPr marL="0" indent="0" algn="r">
              <a:buNone/>
              <a:defRPr sz="1200"/>
            </a:lvl1pPr>
          </a:lstStyle>
          <a:p>
            <a:pPr lvl="0"/>
            <a:r>
              <a:rPr lang="en-US" sz="1200" dirty="0"/>
              <a:t>Click to add text</a:t>
            </a:r>
            <a:endParaRPr lang="de-CH" dirty="0"/>
          </a:p>
        </p:txBody>
      </p:sp>
      <p:sp>
        <p:nvSpPr>
          <p:cNvPr id="67" name="Text Placeholder 46">
            <a:extLst>
              <a:ext uri="{FF2B5EF4-FFF2-40B4-BE49-F238E27FC236}">
                <a16:creationId xmlns:a16="http://schemas.microsoft.com/office/drawing/2014/main" id="{90921456-79B1-BD1E-7CF4-509EE1D61B14}"/>
              </a:ext>
            </a:extLst>
          </p:cNvPr>
          <p:cNvSpPr>
            <a:spLocks noGrp="1"/>
          </p:cNvSpPr>
          <p:nvPr>
            <p:ph type="body" sz="quarter" idx="28" hasCustomPrompt="1"/>
          </p:nvPr>
        </p:nvSpPr>
        <p:spPr>
          <a:xfrm>
            <a:off x="7084346" y="1684521"/>
            <a:ext cx="1246805" cy="282575"/>
          </a:xfrm>
        </p:spPr>
        <p:txBody>
          <a:bodyPr/>
          <a:lstStyle>
            <a:lvl1pPr algn="l">
              <a:buNone/>
              <a:defRPr b="1"/>
            </a:lvl1pPr>
          </a:lstStyle>
          <a:p>
            <a:pPr lvl="0"/>
            <a:r>
              <a:rPr lang="en-US" dirty="0"/>
              <a:t>Click to add text</a:t>
            </a:r>
            <a:endParaRPr lang="de-CH" dirty="0"/>
          </a:p>
        </p:txBody>
      </p:sp>
      <p:sp>
        <p:nvSpPr>
          <p:cNvPr id="68" name="Text Placeholder 60">
            <a:extLst>
              <a:ext uri="{FF2B5EF4-FFF2-40B4-BE49-F238E27FC236}">
                <a16:creationId xmlns:a16="http://schemas.microsoft.com/office/drawing/2014/main" id="{A8352BA9-0561-F543-782F-2860746D109F}"/>
              </a:ext>
            </a:extLst>
          </p:cNvPr>
          <p:cNvSpPr>
            <a:spLocks noGrp="1"/>
          </p:cNvSpPr>
          <p:nvPr>
            <p:ph type="body" sz="quarter" idx="29" hasCustomPrompt="1"/>
          </p:nvPr>
        </p:nvSpPr>
        <p:spPr>
          <a:xfrm>
            <a:off x="7084003" y="2082445"/>
            <a:ext cx="1247775" cy="688975"/>
          </a:xfrm>
        </p:spPr>
        <p:txBody>
          <a:bodyPr/>
          <a:lstStyle>
            <a:lvl1pPr marL="0" indent="0" algn="l">
              <a:buNone/>
              <a:defRPr sz="1200"/>
            </a:lvl1pPr>
          </a:lstStyle>
          <a:p>
            <a:pPr lvl="0"/>
            <a:r>
              <a:rPr lang="en-US" sz="1200" dirty="0"/>
              <a:t>Click to add text</a:t>
            </a:r>
            <a:endParaRPr lang="de-CH" dirty="0"/>
          </a:p>
        </p:txBody>
      </p:sp>
      <p:sp>
        <p:nvSpPr>
          <p:cNvPr id="69" name="Text Placeholder 46">
            <a:extLst>
              <a:ext uri="{FF2B5EF4-FFF2-40B4-BE49-F238E27FC236}">
                <a16:creationId xmlns:a16="http://schemas.microsoft.com/office/drawing/2014/main" id="{1DA1A621-C0D8-88FE-E5F0-A854E166742B}"/>
              </a:ext>
            </a:extLst>
          </p:cNvPr>
          <p:cNvSpPr>
            <a:spLocks noGrp="1"/>
          </p:cNvSpPr>
          <p:nvPr>
            <p:ph type="body" sz="quarter" idx="30" hasCustomPrompt="1"/>
          </p:nvPr>
        </p:nvSpPr>
        <p:spPr>
          <a:xfrm>
            <a:off x="5147183" y="3357381"/>
            <a:ext cx="1246805" cy="282575"/>
          </a:xfrm>
        </p:spPr>
        <p:txBody>
          <a:bodyPr/>
          <a:lstStyle>
            <a:lvl1pPr algn="l">
              <a:buNone/>
              <a:defRPr b="1"/>
            </a:lvl1pPr>
          </a:lstStyle>
          <a:p>
            <a:pPr lvl="0"/>
            <a:r>
              <a:rPr lang="en-US" dirty="0"/>
              <a:t>Click to add text</a:t>
            </a:r>
            <a:endParaRPr lang="de-CH" dirty="0"/>
          </a:p>
        </p:txBody>
      </p:sp>
      <p:sp>
        <p:nvSpPr>
          <p:cNvPr id="70" name="Text Placeholder 60">
            <a:extLst>
              <a:ext uri="{FF2B5EF4-FFF2-40B4-BE49-F238E27FC236}">
                <a16:creationId xmlns:a16="http://schemas.microsoft.com/office/drawing/2014/main" id="{C3A5608E-31B0-CFC5-DA2A-E1B406CC77C7}"/>
              </a:ext>
            </a:extLst>
          </p:cNvPr>
          <p:cNvSpPr>
            <a:spLocks noGrp="1"/>
          </p:cNvSpPr>
          <p:nvPr>
            <p:ph type="body" sz="quarter" idx="31" hasCustomPrompt="1"/>
          </p:nvPr>
        </p:nvSpPr>
        <p:spPr>
          <a:xfrm>
            <a:off x="5146840" y="3755305"/>
            <a:ext cx="1247775" cy="688975"/>
          </a:xfrm>
        </p:spPr>
        <p:txBody>
          <a:bodyPr/>
          <a:lstStyle>
            <a:lvl1pPr marL="0" indent="0" algn="l">
              <a:buNone/>
              <a:defRPr sz="1200"/>
            </a:lvl1pPr>
          </a:lstStyle>
          <a:p>
            <a:pPr lvl="0"/>
            <a:r>
              <a:rPr lang="en-US" sz="1200" dirty="0"/>
              <a:t>Click to add text</a:t>
            </a:r>
            <a:endParaRPr lang="de-CH" dirty="0"/>
          </a:p>
        </p:txBody>
      </p:sp>
      <p:sp>
        <p:nvSpPr>
          <p:cNvPr id="5" name="Oval 4">
            <a:extLst>
              <a:ext uri="{FF2B5EF4-FFF2-40B4-BE49-F238E27FC236}">
                <a16:creationId xmlns:a16="http://schemas.microsoft.com/office/drawing/2014/main" id="{6ADD66BF-CEC0-A95E-9883-FD1E8A3759D3}"/>
              </a:ext>
            </a:extLst>
          </p:cNvPr>
          <p:cNvSpPr/>
          <p:nvPr userDrawn="1"/>
        </p:nvSpPr>
        <p:spPr>
          <a:xfrm>
            <a:off x="2978891" y="-668686"/>
            <a:ext cx="3186219" cy="3048646"/>
          </a:xfrm>
          <a:prstGeom prst="ellipse">
            <a:avLst/>
          </a:prstGeom>
          <a:noFill/>
          <a:ln w="25400" cap="rnd">
            <a:solidFill>
              <a:schemeClr val="tx2">
                <a:lumMod val="25000"/>
                <a:lumOff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92F8033-2D0A-4D73-020A-A3D4295922E7}"/>
              </a:ext>
            </a:extLst>
          </p:cNvPr>
          <p:cNvSpPr/>
          <p:nvPr userDrawn="1"/>
        </p:nvSpPr>
        <p:spPr>
          <a:xfrm>
            <a:off x="2415506" y="-1207745"/>
            <a:ext cx="4312988" cy="4126764"/>
          </a:xfrm>
          <a:prstGeom prst="ellipse">
            <a:avLst/>
          </a:prstGeom>
          <a:noFill/>
          <a:ln w="1270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D8ED6EA-BC31-8186-4B68-ABF4344CA72D}"/>
              </a:ext>
            </a:extLst>
          </p:cNvPr>
          <p:cNvSpPr/>
          <p:nvPr userDrawn="1"/>
        </p:nvSpPr>
        <p:spPr>
          <a:xfrm>
            <a:off x="2321401" y="1567958"/>
            <a:ext cx="765567" cy="73251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53D6245-9C6E-5009-CEBF-8389E522FCE6}"/>
              </a:ext>
            </a:extLst>
          </p:cNvPr>
          <p:cNvSpPr/>
          <p:nvPr userDrawn="1"/>
        </p:nvSpPr>
        <p:spPr>
          <a:xfrm>
            <a:off x="6057031" y="1567958"/>
            <a:ext cx="765567" cy="73251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F63A639-3939-F7B2-7D60-91418E5DD329}"/>
              </a:ext>
            </a:extLst>
          </p:cNvPr>
          <p:cNvSpPr/>
          <p:nvPr userDrawn="1"/>
        </p:nvSpPr>
        <p:spPr>
          <a:xfrm>
            <a:off x="3373271" y="2426933"/>
            <a:ext cx="765567" cy="73251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0B6FB13-4345-C0EF-32FD-8A28D2CC0FF0}"/>
              </a:ext>
            </a:extLst>
          </p:cNvPr>
          <p:cNvSpPr/>
          <p:nvPr userDrawn="1"/>
        </p:nvSpPr>
        <p:spPr>
          <a:xfrm>
            <a:off x="5005161" y="2426933"/>
            <a:ext cx="765567" cy="7325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61146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Point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E9451D5-6578-DC75-D087-C328EE64E54B}"/>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C00237F5-C50E-C892-39A7-EEDD5040FE14}"/>
              </a:ext>
            </a:extLst>
          </p:cNvPr>
          <p:cNvSpPr>
            <a:spLocks noGrp="1"/>
          </p:cNvSpPr>
          <p:nvPr>
            <p:ph type="ftr" sz="quarter" idx="11"/>
          </p:nvPr>
        </p:nvSpPr>
        <p:spPr/>
        <p:txBody>
          <a:bodyPr/>
          <a:lstStyle/>
          <a:p>
            <a:endParaRPr lang="de-CH" sz="900" dirty="0"/>
          </a:p>
        </p:txBody>
      </p:sp>
      <p:sp>
        <p:nvSpPr>
          <p:cNvPr id="48" name="Text Placeholder 46">
            <a:extLst>
              <a:ext uri="{FF2B5EF4-FFF2-40B4-BE49-F238E27FC236}">
                <a16:creationId xmlns:a16="http://schemas.microsoft.com/office/drawing/2014/main" id="{70856DFB-4DF5-8A60-24AE-FE989722BABF}"/>
              </a:ext>
            </a:extLst>
          </p:cNvPr>
          <p:cNvSpPr>
            <a:spLocks noGrp="1"/>
          </p:cNvSpPr>
          <p:nvPr>
            <p:ph type="body" sz="quarter" idx="13" hasCustomPrompt="1"/>
          </p:nvPr>
        </p:nvSpPr>
        <p:spPr>
          <a:xfrm>
            <a:off x="1394900" y="2316445"/>
            <a:ext cx="1246805" cy="282575"/>
          </a:xfrm>
        </p:spPr>
        <p:txBody>
          <a:bodyPr/>
          <a:lstStyle>
            <a:lvl1pPr algn="r">
              <a:buNone/>
              <a:defRPr b="1"/>
            </a:lvl1pPr>
          </a:lstStyle>
          <a:p>
            <a:pPr lvl="0"/>
            <a:r>
              <a:rPr lang="en-US" dirty="0"/>
              <a:t>Click to add text</a:t>
            </a:r>
            <a:endParaRPr lang="de-CH" dirty="0"/>
          </a:p>
        </p:txBody>
      </p:sp>
      <p:sp>
        <p:nvSpPr>
          <p:cNvPr id="61" name="Text Placeholder 60">
            <a:extLst>
              <a:ext uri="{FF2B5EF4-FFF2-40B4-BE49-F238E27FC236}">
                <a16:creationId xmlns:a16="http://schemas.microsoft.com/office/drawing/2014/main" id="{AC9ED137-E153-9808-2D0E-EE4CCED179B0}"/>
              </a:ext>
            </a:extLst>
          </p:cNvPr>
          <p:cNvSpPr>
            <a:spLocks noGrp="1"/>
          </p:cNvSpPr>
          <p:nvPr>
            <p:ph type="body" sz="quarter" idx="23" hasCustomPrompt="1"/>
          </p:nvPr>
        </p:nvSpPr>
        <p:spPr>
          <a:xfrm>
            <a:off x="1394557" y="2714369"/>
            <a:ext cx="1247775" cy="688975"/>
          </a:xfrm>
        </p:spPr>
        <p:txBody>
          <a:bodyPr/>
          <a:lstStyle>
            <a:lvl1pPr marL="0" indent="0" algn="r">
              <a:buNone/>
              <a:defRPr sz="1200"/>
            </a:lvl1pPr>
          </a:lstStyle>
          <a:p>
            <a:pPr lvl="0"/>
            <a:r>
              <a:rPr lang="en-US" sz="1200" dirty="0"/>
              <a:t>Click to add text</a:t>
            </a:r>
            <a:endParaRPr lang="de-CH" dirty="0"/>
          </a:p>
        </p:txBody>
      </p:sp>
      <p:sp>
        <p:nvSpPr>
          <p:cNvPr id="67" name="Text Placeholder 46">
            <a:extLst>
              <a:ext uri="{FF2B5EF4-FFF2-40B4-BE49-F238E27FC236}">
                <a16:creationId xmlns:a16="http://schemas.microsoft.com/office/drawing/2014/main" id="{90921456-79B1-BD1E-7CF4-509EE1D61B14}"/>
              </a:ext>
            </a:extLst>
          </p:cNvPr>
          <p:cNvSpPr>
            <a:spLocks noGrp="1"/>
          </p:cNvSpPr>
          <p:nvPr>
            <p:ph type="body" sz="quarter" idx="28" hasCustomPrompt="1"/>
          </p:nvPr>
        </p:nvSpPr>
        <p:spPr>
          <a:xfrm>
            <a:off x="5992221" y="1190395"/>
            <a:ext cx="1246805" cy="282575"/>
          </a:xfrm>
        </p:spPr>
        <p:txBody>
          <a:bodyPr/>
          <a:lstStyle>
            <a:lvl1pPr algn="l">
              <a:buNone/>
              <a:defRPr b="1"/>
            </a:lvl1pPr>
          </a:lstStyle>
          <a:p>
            <a:pPr lvl="0"/>
            <a:r>
              <a:rPr lang="en-US" dirty="0"/>
              <a:t>Click to add text</a:t>
            </a:r>
            <a:endParaRPr lang="de-CH" dirty="0"/>
          </a:p>
        </p:txBody>
      </p:sp>
      <p:sp>
        <p:nvSpPr>
          <p:cNvPr id="68" name="Text Placeholder 60">
            <a:extLst>
              <a:ext uri="{FF2B5EF4-FFF2-40B4-BE49-F238E27FC236}">
                <a16:creationId xmlns:a16="http://schemas.microsoft.com/office/drawing/2014/main" id="{A8352BA9-0561-F543-782F-2860746D109F}"/>
              </a:ext>
            </a:extLst>
          </p:cNvPr>
          <p:cNvSpPr>
            <a:spLocks noGrp="1"/>
          </p:cNvSpPr>
          <p:nvPr>
            <p:ph type="body" sz="quarter" idx="29" hasCustomPrompt="1"/>
          </p:nvPr>
        </p:nvSpPr>
        <p:spPr>
          <a:xfrm>
            <a:off x="5991878" y="1588319"/>
            <a:ext cx="1247775" cy="688975"/>
          </a:xfrm>
        </p:spPr>
        <p:txBody>
          <a:bodyPr/>
          <a:lstStyle>
            <a:lvl1pPr marL="0" indent="0" algn="l">
              <a:buNone/>
              <a:defRPr sz="1200"/>
            </a:lvl1pPr>
          </a:lstStyle>
          <a:p>
            <a:pPr lvl="0"/>
            <a:r>
              <a:rPr lang="en-US" sz="1200" dirty="0"/>
              <a:t>Click to add text</a:t>
            </a:r>
            <a:endParaRPr lang="de-CH" dirty="0"/>
          </a:p>
        </p:txBody>
      </p:sp>
      <p:sp>
        <p:nvSpPr>
          <p:cNvPr id="69" name="Text Placeholder 46">
            <a:extLst>
              <a:ext uri="{FF2B5EF4-FFF2-40B4-BE49-F238E27FC236}">
                <a16:creationId xmlns:a16="http://schemas.microsoft.com/office/drawing/2014/main" id="{1DA1A621-C0D8-88FE-E5F0-A854E166742B}"/>
              </a:ext>
            </a:extLst>
          </p:cNvPr>
          <p:cNvSpPr>
            <a:spLocks noGrp="1"/>
          </p:cNvSpPr>
          <p:nvPr>
            <p:ph type="body" sz="quarter" idx="30" hasCustomPrompt="1"/>
          </p:nvPr>
        </p:nvSpPr>
        <p:spPr>
          <a:xfrm>
            <a:off x="5992221" y="3397874"/>
            <a:ext cx="1246805" cy="282575"/>
          </a:xfrm>
        </p:spPr>
        <p:txBody>
          <a:bodyPr/>
          <a:lstStyle>
            <a:lvl1pPr algn="l">
              <a:buNone/>
              <a:defRPr b="1"/>
            </a:lvl1pPr>
          </a:lstStyle>
          <a:p>
            <a:pPr lvl="0"/>
            <a:r>
              <a:rPr lang="en-US" dirty="0"/>
              <a:t>Click to add text</a:t>
            </a:r>
            <a:endParaRPr lang="de-CH" dirty="0"/>
          </a:p>
        </p:txBody>
      </p:sp>
      <p:sp>
        <p:nvSpPr>
          <p:cNvPr id="70" name="Text Placeholder 60">
            <a:extLst>
              <a:ext uri="{FF2B5EF4-FFF2-40B4-BE49-F238E27FC236}">
                <a16:creationId xmlns:a16="http://schemas.microsoft.com/office/drawing/2014/main" id="{C3A5608E-31B0-CFC5-DA2A-E1B406CC77C7}"/>
              </a:ext>
            </a:extLst>
          </p:cNvPr>
          <p:cNvSpPr>
            <a:spLocks noGrp="1"/>
          </p:cNvSpPr>
          <p:nvPr>
            <p:ph type="body" sz="quarter" idx="31" hasCustomPrompt="1"/>
          </p:nvPr>
        </p:nvSpPr>
        <p:spPr>
          <a:xfrm>
            <a:off x="5991878" y="3795798"/>
            <a:ext cx="1247775" cy="688975"/>
          </a:xfrm>
        </p:spPr>
        <p:txBody>
          <a:bodyPr/>
          <a:lstStyle>
            <a:lvl1pPr marL="0" indent="0" algn="l">
              <a:buNone/>
              <a:defRPr sz="1200"/>
            </a:lvl1pPr>
          </a:lstStyle>
          <a:p>
            <a:pPr lvl="0"/>
            <a:r>
              <a:rPr lang="en-US" sz="1200" dirty="0"/>
              <a:t>Click to add text</a:t>
            </a:r>
            <a:endParaRPr lang="de-CH" dirty="0"/>
          </a:p>
        </p:txBody>
      </p:sp>
      <p:sp>
        <p:nvSpPr>
          <p:cNvPr id="11" name="Title 10">
            <a:extLst>
              <a:ext uri="{FF2B5EF4-FFF2-40B4-BE49-F238E27FC236}">
                <a16:creationId xmlns:a16="http://schemas.microsoft.com/office/drawing/2014/main" id="{E4A83407-D8F1-5F77-600E-80380ED12054}"/>
              </a:ext>
            </a:extLst>
          </p:cNvPr>
          <p:cNvSpPr>
            <a:spLocks noGrp="1"/>
          </p:cNvSpPr>
          <p:nvPr>
            <p:ph type="title"/>
          </p:nvPr>
        </p:nvSpPr>
        <p:spPr/>
        <p:txBody>
          <a:bodyPr/>
          <a:lstStyle/>
          <a:p>
            <a:r>
              <a:rPr lang="en-US"/>
              <a:t>Click to edit Master title style</a:t>
            </a:r>
            <a:endParaRPr lang="de-CH"/>
          </a:p>
        </p:txBody>
      </p:sp>
      <p:sp>
        <p:nvSpPr>
          <p:cNvPr id="2" name="Freeform 12">
            <a:extLst>
              <a:ext uri="{FF2B5EF4-FFF2-40B4-BE49-F238E27FC236}">
                <a16:creationId xmlns:a16="http://schemas.microsoft.com/office/drawing/2014/main" id="{BF6AF856-C050-5D99-65E7-ABA7286CEBFD}"/>
              </a:ext>
            </a:extLst>
          </p:cNvPr>
          <p:cNvSpPr>
            <a:spLocks/>
          </p:cNvSpPr>
          <p:nvPr userDrawn="1"/>
        </p:nvSpPr>
        <p:spPr bwMode="auto">
          <a:xfrm>
            <a:off x="2924524" y="942364"/>
            <a:ext cx="2785162" cy="3815496"/>
          </a:xfrm>
          <a:custGeom>
            <a:avLst/>
            <a:gdLst>
              <a:gd name="T0" fmla="*/ 431 w 856"/>
              <a:gd name="T1" fmla="*/ 1143 h 1213"/>
              <a:gd name="T2" fmla="*/ 605 w 856"/>
              <a:gd name="T3" fmla="*/ 1213 h 1213"/>
              <a:gd name="T4" fmla="*/ 856 w 856"/>
              <a:gd name="T5" fmla="*/ 962 h 1213"/>
              <a:gd name="T6" fmla="*/ 605 w 856"/>
              <a:gd name="T7" fmla="*/ 711 h 1213"/>
              <a:gd name="T8" fmla="*/ 431 w 856"/>
              <a:gd name="T9" fmla="*/ 782 h 1213"/>
              <a:gd name="T10" fmla="*/ 425 w 856"/>
              <a:gd name="T11" fmla="*/ 787 h 1213"/>
              <a:gd name="T12" fmla="*/ 251 w 856"/>
              <a:gd name="T13" fmla="*/ 858 h 1213"/>
              <a:gd name="T14" fmla="*/ 0 w 856"/>
              <a:gd name="T15" fmla="*/ 607 h 1213"/>
              <a:gd name="T16" fmla="*/ 251 w 856"/>
              <a:gd name="T17" fmla="*/ 356 h 1213"/>
              <a:gd name="T18" fmla="*/ 425 w 856"/>
              <a:gd name="T19" fmla="*/ 426 h 1213"/>
              <a:gd name="T20" fmla="*/ 431 w 856"/>
              <a:gd name="T21" fmla="*/ 432 h 1213"/>
              <a:gd name="T22" fmla="*/ 605 w 856"/>
              <a:gd name="T23" fmla="*/ 502 h 1213"/>
              <a:gd name="T24" fmla="*/ 856 w 856"/>
              <a:gd name="T25" fmla="*/ 251 h 1213"/>
              <a:gd name="T26" fmla="*/ 605 w 856"/>
              <a:gd name="T27" fmla="*/ 0 h 1213"/>
              <a:gd name="T28" fmla="*/ 431 w 856"/>
              <a:gd name="T29" fmla="*/ 70 h 1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1213">
                <a:moveTo>
                  <a:pt x="431" y="1143"/>
                </a:moveTo>
                <a:cubicBezTo>
                  <a:pt x="476" y="1187"/>
                  <a:pt x="538" y="1213"/>
                  <a:pt x="605" y="1213"/>
                </a:cubicBezTo>
                <a:cubicBezTo>
                  <a:pt x="744" y="1213"/>
                  <a:pt x="856" y="1101"/>
                  <a:pt x="856" y="962"/>
                </a:cubicBezTo>
                <a:cubicBezTo>
                  <a:pt x="856" y="824"/>
                  <a:pt x="744" y="711"/>
                  <a:pt x="605" y="711"/>
                </a:cubicBezTo>
                <a:cubicBezTo>
                  <a:pt x="538" y="711"/>
                  <a:pt x="476" y="738"/>
                  <a:pt x="431" y="782"/>
                </a:cubicBezTo>
                <a:cubicBezTo>
                  <a:pt x="425" y="787"/>
                  <a:pt x="425" y="787"/>
                  <a:pt x="425" y="787"/>
                </a:cubicBezTo>
                <a:cubicBezTo>
                  <a:pt x="380" y="831"/>
                  <a:pt x="319" y="858"/>
                  <a:pt x="251" y="858"/>
                </a:cubicBezTo>
                <a:cubicBezTo>
                  <a:pt x="113" y="858"/>
                  <a:pt x="0" y="745"/>
                  <a:pt x="0" y="607"/>
                </a:cubicBezTo>
                <a:cubicBezTo>
                  <a:pt x="0" y="468"/>
                  <a:pt x="113" y="356"/>
                  <a:pt x="251" y="356"/>
                </a:cubicBezTo>
                <a:cubicBezTo>
                  <a:pt x="319" y="356"/>
                  <a:pt x="380" y="382"/>
                  <a:pt x="425" y="426"/>
                </a:cubicBezTo>
                <a:cubicBezTo>
                  <a:pt x="431" y="432"/>
                  <a:pt x="431" y="432"/>
                  <a:pt x="431" y="432"/>
                </a:cubicBezTo>
                <a:cubicBezTo>
                  <a:pt x="476" y="475"/>
                  <a:pt x="538" y="502"/>
                  <a:pt x="605" y="502"/>
                </a:cubicBezTo>
                <a:cubicBezTo>
                  <a:pt x="744" y="502"/>
                  <a:pt x="856" y="389"/>
                  <a:pt x="856" y="251"/>
                </a:cubicBezTo>
                <a:cubicBezTo>
                  <a:pt x="856" y="112"/>
                  <a:pt x="744" y="0"/>
                  <a:pt x="605" y="0"/>
                </a:cubicBezTo>
                <a:cubicBezTo>
                  <a:pt x="538" y="0"/>
                  <a:pt x="476" y="27"/>
                  <a:pt x="431" y="70"/>
                </a:cubicBezTo>
              </a:path>
            </a:pathLst>
          </a:custGeom>
          <a:noFill/>
          <a:ln w="12700" cap="flat">
            <a:solidFill>
              <a:schemeClr val="bg1">
                <a:lumMod val="8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Oval 13">
            <a:extLst>
              <a:ext uri="{FF2B5EF4-FFF2-40B4-BE49-F238E27FC236}">
                <a16:creationId xmlns:a16="http://schemas.microsoft.com/office/drawing/2014/main" id="{0C7D18C0-48D4-1466-6B40-F29363769B1F}"/>
              </a:ext>
            </a:extLst>
          </p:cNvPr>
          <p:cNvSpPr>
            <a:spLocks noChangeArrowheads="1"/>
          </p:cNvSpPr>
          <p:nvPr userDrawn="1"/>
        </p:nvSpPr>
        <p:spPr bwMode="auto">
          <a:xfrm>
            <a:off x="4329126" y="1185988"/>
            <a:ext cx="1128607" cy="1091306"/>
          </a:xfrm>
          <a:prstGeom prst="ellipse">
            <a:avLst/>
          </a:prstGeom>
          <a:solidFill>
            <a:schemeClr val="accent1"/>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6" name="Oval 14">
            <a:extLst>
              <a:ext uri="{FF2B5EF4-FFF2-40B4-BE49-F238E27FC236}">
                <a16:creationId xmlns:a16="http://schemas.microsoft.com/office/drawing/2014/main" id="{FE065B4F-70D5-2422-7F68-E83A925AB260}"/>
              </a:ext>
            </a:extLst>
          </p:cNvPr>
          <p:cNvSpPr>
            <a:spLocks noChangeArrowheads="1"/>
          </p:cNvSpPr>
          <p:nvPr userDrawn="1"/>
        </p:nvSpPr>
        <p:spPr bwMode="auto">
          <a:xfrm>
            <a:off x="3176727" y="2305485"/>
            <a:ext cx="1129728" cy="1092389"/>
          </a:xfrm>
          <a:prstGeom prst="ellipse">
            <a:avLst/>
          </a:prstGeom>
          <a:solidFill>
            <a:schemeClr val="accent2"/>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7" name="Oval 15">
            <a:extLst>
              <a:ext uri="{FF2B5EF4-FFF2-40B4-BE49-F238E27FC236}">
                <a16:creationId xmlns:a16="http://schemas.microsoft.com/office/drawing/2014/main" id="{B40A2DC4-5C1D-F82C-991A-5A0B84CD20FA}"/>
              </a:ext>
            </a:extLst>
          </p:cNvPr>
          <p:cNvSpPr>
            <a:spLocks noChangeArrowheads="1"/>
          </p:cNvSpPr>
          <p:nvPr userDrawn="1"/>
        </p:nvSpPr>
        <p:spPr bwMode="auto">
          <a:xfrm>
            <a:off x="4329126" y="3422929"/>
            <a:ext cx="1128607" cy="1091306"/>
          </a:xfrm>
          <a:prstGeom prst="ellipse">
            <a:avLst/>
          </a:prstGeom>
          <a:solidFill>
            <a:schemeClr val="accent3"/>
          </a:soli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cxnSp>
        <p:nvCxnSpPr>
          <p:cNvPr id="8" name="Straight Connector 7">
            <a:extLst>
              <a:ext uri="{FF2B5EF4-FFF2-40B4-BE49-F238E27FC236}">
                <a16:creationId xmlns:a16="http://schemas.microsoft.com/office/drawing/2014/main" id="{386C3989-8387-6634-47B7-F00482422599}"/>
              </a:ext>
            </a:extLst>
          </p:cNvPr>
          <p:cNvCxnSpPr/>
          <p:nvPr userDrawn="1"/>
        </p:nvCxnSpPr>
        <p:spPr>
          <a:xfrm>
            <a:off x="2235163" y="1731641"/>
            <a:ext cx="2093963" cy="0"/>
          </a:xfrm>
          <a:prstGeom prst="line">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1405DCE-0E51-BCF9-35D5-F0CA1BB320C0}"/>
              </a:ext>
            </a:extLst>
          </p:cNvPr>
          <p:cNvCxnSpPr/>
          <p:nvPr userDrawn="1"/>
        </p:nvCxnSpPr>
        <p:spPr>
          <a:xfrm>
            <a:off x="4306456" y="2851680"/>
            <a:ext cx="2093963" cy="0"/>
          </a:xfrm>
          <a:prstGeom prst="line">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E906360-1A3C-D7BD-534E-65B02E3CFFA0}"/>
              </a:ext>
            </a:extLst>
          </p:cNvPr>
          <p:cNvCxnSpPr/>
          <p:nvPr userDrawn="1"/>
        </p:nvCxnSpPr>
        <p:spPr>
          <a:xfrm>
            <a:off x="2235163" y="3968582"/>
            <a:ext cx="2093963" cy="0"/>
          </a:xfrm>
          <a:prstGeom prst="line">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B61AC212-1AFB-B016-07B5-DA34A71288A7}"/>
              </a:ext>
            </a:extLst>
          </p:cNvPr>
          <p:cNvSpPr/>
          <p:nvPr userDrawn="1"/>
        </p:nvSpPr>
        <p:spPr>
          <a:xfrm>
            <a:off x="1165317" y="1294566"/>
            <a:ext cx="904030" cy="874150"/>
          </a:xfrm>
          <a:prstGeom prst="ellipse">
            <a:avLst/>
          </a:prstGeom>
          <a:solidFill>
            <a:srgbClr val="998CFE">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 Placeholder 46">
            <a:extLst>
              <a:ext uri="{FF2B5EF4-FFF2-40B4-BE49-F238E27FC236}">
                <a16:creationId xmlns:a16="http://schemas.microsoft.com/office/drawing/2014/main" id="{2D884B06-B69A-3601-5ABA-6650FDD8F30A}"/>
              </a:ext>
            </a:extLst>
          </p:cNvPr>
          <p:cNvSpPr>
            <a:spLocks noGrp="1"/>
          </p:cNvSpPr>
          <p:nvPr>
            <p:ph type="body" sz="quarter" idx="32" hasCustomPrompt="1"/>
          </p:nvPr>
        </p:nvSpPr>
        <p:spPr>
          <a:xfrm>
            <a:off x="1415216" y="1467513"/>
            <a:ext cx="425771" cy="382600"/>
          </a:xfrm>
        </p:spPr>
        <p:txBody>
          <a:bodyPr/>
          <a:lstStyle>
            <a:lvl1pPr algn="ctr">
              <a:buNone/>
              <a:defRPr sz="2800" b="1"/>
            </a:lvl1pPr>
          </a:lstStyle>
          <a:p>
            <a:pPr lvl="0"/>
            <a:r>
              <a:rPr lang="en-US" dirty="0"/>
              <a:t>1</a:t>
            </a:r>
            <a:endParaRPr lang="de-CH" dirty="0"/>
          </a:p>
        </p:txBody>
      </p:sp>
      <p:sp>
        <p:nvSpPr>
          <p:cNvPr id="23" name="Oval 22">
            <a:extLst>
              <a:ext uri="{FF2B5EF4-FFF2-40B4-BE49-F238E27FC236}">
                <a16:creationId xmlns:a16="http://schemas.microsoft.com/office/drawing/2014/main" id="{52DA8F53-D561-414B-E3BE-39BCB9F2B243}"/>
              </a:ext>
            </a:extLst>
          </p:cNvPr>
          <p:cNvSpPr/>
          <p:nvPr userDrawn="1"/>
        </p:nvSpPr>
        <p:spPr>
          <a:xfrm>
            <a:off x="6558532" y="2400509"/>
            <a:ext cx="904030" cy="874150"/>
          </a:xfrm>
          <a:prstGeom prst="ellipse">
            <a:avLst/>
          </a:prstGeom>
          <a:solidFill>
            <a:srgbClr val="998CFE">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46">
            <a:extLst>
              <a:ext uri="{FF2B5EF4-FFF2-40B4-BE49-F238E27FC236}">
                <a16:creationId xmlns:a16="http://schemas.microsoft.com/office/drawing/2014/main" id="{447766C4-93E7-0759-CCB4-51006A7ACA23}"/>
              </a:ext>
            </a:extLst>
          </p:cNvPr>
          <p:cNvSpPr>
            <a:spLocks noGrp="1"/>
          </p:cNvSpPr>
          <p:nvPr>
            <p:ph type="body" sz="quarter" idx="33" hasCustomPrompt="1"/>
          </p:nvPr>
        </p:nvSpPr>
        <p:spPr>
          <a:xfrm>
            <a:off x="6808431" y="2573456"/>
            <a:ext cx="425771" cy="382600"/>
          </a:xfrm>
        </p:spPr>
        <p:txBody>
          <a:bodyPr/>
          <a:lstStyle>
            <a:lvl1pPr algn="ctr">
              <a:buNone/>
              <a:defRPr sz="2800" b="1"/>
            </a:lvl1pPr>
          </a:lstStyle>
          <a:p>
            <a:pPr lvl="0"/>
            <a:r>
              <a:rPr lang="en-US" dirty="0"/>
              <a:t>1</a:t>
            </a:r>
            <a:endParaRPr lang="de-CH" dirty="0"/>
          </a:p>
        </p:txBody>
      </p:sp>
      <p:sp>
        <p:nvSpPr>
          <p:cNvPr id="25" name="Oval 24">
            <a:extLst>
              <a:ext uri="{FF2B5EF4-FFF2-40B4-BE49-F238E27FC236}">
                <a16:creationId xmlns:a16="http://schemas.microsoft.com/office/drawing/2014/main" id="{B7D5784E-A6C0-8A3A-89FD-359B31FD10EE}"/>
              </a:ext>
            </a:extLst>
          </p:cNvPr>
          <p:cNvSpPr/>
          <p:nvPr userDrawn="1"/>
        </p:nvSpPr>
        <p:spPr>
          <a:xfrm>
            <a:off x="1189724" y="3555018"/>
            <a:ext cx="904030" cy="874150"/>
          </a:xfrm>
          <a:prstGeom prst="ellipse">
            <a:avLst/>
          </a:prstGeom>
          <a:solidFill>
            <a:srgbClr val="998CFE">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 Placeholder 46">
            <a:extLst>
              <a:ext uri="{FF2B5EF4-FFF2-40B4-BE49-F238E27FC236}">
                <a16:creationId xmlns:a16="http://schemas.microsoft.com/office/drawing/2014/main" id="{E977BBC7-242E-8A07-9ED8-6A3A24B7192A}"/>
              </a:ext>
            </a:extLst>
          </p:cNvPr>
          <p:cNvSpPr>
            <a:spLocks noGrp="1"/>
          </p:cNvSpPr>
          <p:nvPr>
            <p:ph type="body" sz="quarter" idx="34" hasCustomPrompt="1"/>
          </p:nvPr>
        </p:nvSpPr>
        <p:spPr>
          <a:xfrm>
            <a:off x="1439623" y="3727965"/>
            <a:ext cx="425771" cy="382600"/>
          </a:xfrm>
        </p:spPr>
        <p:txBody>
          <a:bodyPr/>
          <a:lstStyle>
            <a:lvl1pPr algn="ctr">
              <a:buNone/>
              <a:defRPr sz="2800" b="1"/>
            </a:lvl1pPr>
          </a:lstStyle>
          <a:p>
            <a:pPr lvl="0"/>
            <a:r>
              <a:rPr lang="en-US" dirty="0"/>
              <a:t>1</a:t>
            </a:r>
            <a:endParaRPr lang="de-CH" dirty="0"/>
          </a:p>
        </p:txBody>
      </p:sp>
    </p:spTree>
    <p:extLst>
      <p:ext uri="{BB962C8B-B14F-4D97-AF65-F5344CB8AC3E}">
        <p14:creationId xmlns:p14="http://schemas.microsoft.com/office/powerpoint/2010/main" val="39646451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Full Page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EA2B3-42AD-15BE-DDE3-409F18E4C94D}"/>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CH" dirty="0"/>
          </a:p>
        </p:txBody>
      </p:sp>
      <p:sp>
        <p:nvSpPr>
          <p:cNvPr id="7" name="TextBox 6">
            <a:extLst>
              <a:ext uri="{FF2B5EF4-FFF2-40B4-BE49-F238E27FC236}">
                <a16:creationId xmlns:a16="http://schemas.microsoft.com/office/drawing/2014/main" id="{EF8B58DF-C805-8433-B81F-1E8A8BDE7929}"/>
              </a:ext>
            </a:extLst>
          </p:cNvPr>
          <p:cNvSpPr txBox="1"/>
          <p:nvPr/>
        </p:nvSpPr>
        <p:spPr>
          <a:xfrm>
            <a:off x="2851355" y="-347980"/>
            <a:ext cx="3441290" cy="369565"/>
          </a:xfrm>
          <a:prstGeom prst="rect">
            <a:avLst/>
          </a:prstGeom>
        </p:spPr>
        <p:txBody>
          <a:bodyPr vert="horz" wrap="square" lIns="91440" tIns="45720" rIns="91440" bIns="45720" rtlCol="0">
            <a:normAutofit/>
          </a:bodyPr>
          <a:lstStyle/>
          <a:p>
            <a:pPr marL="0" indent="0" algn="ctr">
              <a:buNone/>
            </a:pPr>
            <a:r>
              <a:rPr lang="en-US" sz="800" b="0">
                <a:solidFill>
                  <a:srgbClr val="000000"/>
                </a:solidFill>
                <a:latin typeface="Arial" panose="020B0604020202020204" pitchFamily="34" charset="0"/>
                <a:cs typeface="Arial" panose="020B0604020202020204" pitchFamily="34" charset="0"/>
              </a:rPr>
              <a:t>Please insert picture from format background – picture/texture fill</a:t>
            </a:r>
          </a:p>
        </p:txBody>
      </p:sp>
      <p:sp>
        <p:nvSpPr>
          <p:cNvPr id="4" name="TextBox 3">
            <a:extLst>
              <a:ext uri="{FF2B5EF4-FFF2-40B4-BE49-F238E27FC236}">
                <a16:creationId xmlns:a16="http://schemas.microsoft.com/office/drawing/2014/main" id="{1AE2B629-8E64-D073-4E1E-AC6CEE01F313}"/>
              </a:ext>
            </a:extLst>
          </p:cNvPr>
          <p:cNvSpPr txBox="1"/>
          <p:nvPr userDrawn="1"/>
        </p:nvSpPr>
        <p:spPr>
          <a:xfrm>
            <a:off x="2851355" y="-347980"/>
            <a:ext cx="3441290" cy="369565"/>
          </a:xfrm>
          <a:prstGeom prst="rect">
            <a:avLst/>
          </a:prstGeom>
        </p:spPr>
        <p:txBody>
          <a:bodyPr vert="horz" wrap="square" lIns="91440" tIns="45720" rIns="91440" bIns="45720" rtlCol="0">
            <a:normAutofit/>
          </a:bodyPr>
          <a:lstStyle/>
          <a:p>
            <a:pPr marL="0" indent="0" algn="ctr">
              <a:buNone/>
            </a:pPr>
            <a:r>
              <a:rPr lang="en-US" sz="800" b="0">
                <a:solidFill>
                  <a:srgbClr val="000000"/>
                </a:solidFill>
                <a:latin typeface="Arial" panose="020B0604020202020204" pitchFamily="34" charset="0"/>
                <a:cs typeface="Arial" panose="020B0604020202020204" pitchFamily="34" charset="0"/>
              </a:rPr>
              <a:t>Please insert picture from format background – picture/texture fill</a:t>
            </a:r>
          </a:p>
        </p:txBody>
      </p:sp>
      <p:pic>
        <p:nvPicPr>
          <p:cNvPr id="3" name="Picture 2">
            <a:extLst>
              <a:ext uri="{FF2B5EF4-FFF2-40B4-BE49-F238E27FC236}">
                <a16:creationId xmlns:a16="http://schemas.microsoft.com/office/drawing/2014/main" id="{F5B9E9CE-7DF5-A990-F642-604B03360AD5}"/>
              </a:ext>
            </a:extLst>
          </p:cNvPr>
          <p:cNvPicPr>
            <a:picLocks noChangeAspect="1"/>
          </p:cNvPicPr>
          <p:nvPr userDrawn="1"/>
        </p:nvPicPr>
        <p:blipFill>
          <a:blip r:embed="rId2"/>
          <a:srcRect/>
          <a:stretch/>
        </p:blipFill>
        <p:spPr>
          <a:xfrm>
            <a:off x="7415739" y="4593204"/>
            <a:ext cx="1439843" cy="430416"/>
          </a:xfrm>
          <a:prstGeom prst="rect">
            <a:avLst/>
          </a:prstGeom>
        </p:spPr>
      </p:pic>
      <p:sp>
        <p:nvSpPr>
          <p:cNvPr id="6" name="Slide Number Placeholder 5">
            <a:extLst>
              <a:ext uri="{FF2B5EF4-FFF2-40B4-BE49-F238E27FC236}">
                <a16:creationId xmlns:a16="http://schemas.microsoft.com/office/drawing/2014/main" id="{F4FFEA20-F578-35A8-739D-A647E2C90441}"/>
              </a:ext>
            </a:extLst>
          </p:cNvPr>
          <p:cNvSpPr>
            <a:spLocks noGrp="1"/>
          </p:cNvSpPr>
          <p:nvPr>
            <p:ph type="sldNum" sz="quarter" idx="11"/>
          </p:nvPr>
        </p:nvSpPr>
        <p:spPr/>
        <p:txBody>
          <a:bodyPr/>
          <a:lstStyle>
            <a:lvl1pPr>
              <a:defRPr>
                <a:solidFill>
                  <a:schemeClr val="bg1"/>
                </a:solidFill>
              </a:defRPr>
            </a:lvl1pPr>
          </a:lstStyle>
          <a:p>
            <a:fld id="{E14D7B56-9DF5-4E8D-B448-5569FA30FAB2}" type="slidenum">
              <a:rPr lang="de-CH" smtClean="0"/>
              <a:pPr/>
              <a:t>‹#›</a:t>
            </a:fld>
            <a:endParaRPr lang="de-CH" dirty="0">
              <a:solidFill>
                <a:schemeClr val="bg1"/>
              </a:solidFill>
            </a:endParaRPr>
          </a:p>
        </p:txBody>
      </p:sp>
    </p:spTree>
    <p:extLst>
      <p:ext uri="{BB962C8B-B14F-4D97-AF65-F5344CB8AC3E}">
        <p14:creationId xmlns:p14="http://schemas.microsoft.com/office/powerpoint/2010/main" val="20083812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FA50818-7B33-E9F3-BB6A-B9D4E27BE877}"/>
              </a:ext>
            </a:extLst>
          </p:cNvPr>
          <p:cNvSpPr>
            <a:spLocks noGrp="1"/>
          </p:cNvSpPr>
          <p:nvPr>
            <p:ph type="sldNum" sz="quarter" idx="10"/>
          </p:nvPr>
        </p:nvSpPr>
        <p:spPr/>
        <p:txBody>
          <a:bodyPr/>
          <a:lstStyle/>
          <a:p>
            <a:fld id="{E14D7B56-9DF5-4E8D-B448-5569FA30FAB2}" type="slidenum">
              <a:rPr lang="de-CH" smtClean="0"/>
              <a:pPr/>
              <a:t>‹#›</a:t>
            </a:fld>
            <a:endParaRPr lang="de-CH"/>
          </a:p>
        </p:txBody>
      </p:sp>
      <p:sp>
        <p:nvSpPr>
          <p:cNvPr id="4" name="Footer Placeholder 3">
            <a:extLst>
              <a:ext uri="{FF2B5EF4-FFF2-40B4-BE49-F238E27FC236}">
                <a16:creationId xmlns:a16="http://schemas.microsoft.com/office/drawing/2014/main" id="{FB290422-4989-104C-3102-05767DAB2080}"/>
              </a:ext>
            </a:extLst>
          </p:cNvPr>
          <p:cNvSpPr>
            <a:spLocks noGrp="1"/>
          </p:cNvSpPr>
          <p:nvPr>
            <p:ph type="ftr" sz="quarter" idx="11"/>
          </p:nvPr>
        </p:nvSpPr>
        <p:spPr/>
        <p:txBody>
          <a:bodyPr/>
          <a:lstStyle/>
          <a:p>
            <a:endParaRPr lang="de-CH" sz="900" dirty="0"/>
          </a:p>
        </p:txBody>
      </p:sp>
      <p:sp>
        <p:nvSpPr>
          <p:cNvPr id="8" name="Picture Placeholder 7">
            <a:extLst>
              <a:ext uri="{FF2B5EF4-FFF2-40B4-BE49-F238E27FC236}">
                <a16:creationId xmlns:a16="http://schemas.microsoft.com/office/drawing/2014/main" id="{DCB5C73A-E21C-D46F-654F-0D573C8E3D4A}"/>
              </a:ext>
            </a:extLst>
          </p:cNvPr>
          <p:cNvSpPr>
            <a:spLocks noGrp="1"/>
          </p:cNvSpPr>
          <p:nvPr>
            <p:ph type="pic" sz="quarter" idx="12"/>
          </p:nvPr>
        </p:nvSpPr>
        <p:spPr>
          <a:xfrm>
            <a:off x="1035050" y="1157288"/>
            <a:ext cx="4475163" cy="3082925"/>
          </a:xfrm>
        </p:spPr>
        <p:txBody>
          <a:bodyPr/>
          <a:lstStyle/>
          <a:p>
            <a:r>
              <a:rPr lang="en-US"/>
              <a:t>Click icon to add picture</a:t>
            </a:r>
            <a:endParaRPr lang="de-CH" dirty="0"/>
          </a:p>
        </p:txBody>
      </p:sp>
      <p:sp>
        <p:nvSpPr>
          <p:cNvPr id="12" name="Text Placeholder 11">
            <a:extLst>
              <a:ext uri="{FF2B5EF4-FFF2-40B4-BE49-F238E27FC236}">
                <a16:creationId xmlns:a16="http://schemas.microsoft.com/office/drawing/2014/main" id="{F076393C-F462-3449-C6C6-11E9CFC3946B}"/>
              </a:ext>
            </a:extLst>
          </p:cNvPr>
          <p:cNvSpPr>
            <a:spLocks noGrp="1"/>
          </p:cNvSpPr>
          <p:nvPr>
            <p:ph type="body" sz="quarter" idx="13" hasCustomPrompt="1"/>
          </p:nvPr>
        </p:nvSpPr>
        <p:spPr>
          <a:xfrm>
            <a:off x="5057775" y="1739900"/>
            <a:ext cx="3654425" cy="1617663"/>
          </a:xfrm>
          <a:solidFill>
            <a:schemeClr val="accent3">
              <a:alpha val="51000"/>
            </a:schemeClr>
          </a:solidFill>
        </p:spPr>
        <p:txBody>
          <a:bodyPr lIns="72000" rIns="72000"/>
          <a:lstStyle>
            <a:lvl1pPr marL="0" indent="0">
              <a:buNone/>
              <a:defRPr>
                <a:solidFill>
                  <a:schemeClr val="accent1"/>
                </a:solidFill>
              </a:defRPr>
            </a:lvl1pPr>
          </a:lstStyle>
          <a:p>
            <a:pPr lvl="0"/>
            <a:r>
              <a:rPr lang="en-US" dirty="0"/>
              <a:t>Click to add text</a:t>
            </a:r>
          </a:p>
        </p:txBody>
      </p:sp>
    </p:spTree>
    <p:extLst>
      <p:ext uri="{BB962C8B-B14F-4D97-AF65-F5344CB8AC3E}">
        <p14:creationId xmlns:p14="http://schemas.microsoft.com/office/powerpoint/2010/main" val="3833145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D7A9207-260B-D9F2-0E01-865F5857CAC2}"/>
              </a:ext>
            </a:extLst>
          </p:cNvPr>
          <p:cNvSpPr>
            <a:spLocks noGrp="1"/>
          </p:cNvSpPr>
          <p:nvPr>
            <p:ph type="body" sz="quarter" idx="10" hasCustomPrompt="1"/>
          </p:nvPr>
        </p:nvSpPr>
        <p:spPr>
          <a:xfrm>
            <a:off x="468313" y="2718511"/>
            <a:ext cx="8243886" cy="292831"/>
          </a:xfrm>
        </p:spPr>
        <p:txBody>
          <a:bodyPr/>
          <a:lstStyle>
            <a:lvl1pPr>
              <a:buNone/>
              <a:defRPr/>
            </a:lvl1pPr>
            <a:lvl2pPr>
              <a:buNone/>
              <a:defRPr/>
            </a:lvl2pPr>
            <a:lvl3pPr>
              <a:buNone/>
              <a:defRPr/>
            </a:lvl3pPr>
            <a:lvl4pPr>
              <a:buNone/>
              <a:defRPr/>
            </a:lvl4pPr>
            <a:lvl5pPr>
              <a:buNone/>
              <a:defRPr/>
            </a:lvl5pPr>
          </a:lstStyle>
          <a:p>
            <a:pPr lvl="0"/>
            <a:r>
              <a:rPr lang="en-US"/>
              <a:t>Presenter name and/or email</a:t>
            </a:r>
          </a:p>
        </p:txBody>
      </p:sp>
      <p:sp>
        <p:nvSpPr>
          <p:cNvPr id="6" name="Text Placeholder 3">
            <a:extLst>
              <a:ext uri="{FF2B5EF4-FFF2-40B4-BE49-F238E27FC236}">
                <a16:creationId xmlns:a16="http://schemas.microsoft.com/office/drawing/2014/main" id="{D1FB8B76-7754-7D78-1C06-25D7843208FD}"/>
              </a:ext>
            </a:extLst>
          </p:cNvPr>
          <p:cNvSpPr>
            <a:spLocks noGrp="1"/>
          </p:cNvSpPr>
          <p:nvPr>
            <p:ph type="body" sz="quarter" idx="11" hasCustomPrompt="1"/>
          </p:nvPr>
        </p:nvSpPr>
        <p:spPr>
          <a:xfrm>
            <a:off x="468312" y="3250133"/>
            <a:ext cx="8243887" cy="292831"/>
          </a:xfrm>
        </p:spPr>
        <p:txBody>
          <a:bodyPr/>
          <a:lstStyle>
            <a:lvl1pPr>
              <a:buNone/>
              <a:defRPr/>
            </a:lvl1pPr>
            <a:lvl2pPr>
              <a:buNone/>
              <a:defRPr/>
            </a:lvl2pPr>
            <a:lvl3pPr>
              <a:buNone/>
              <a:defRPr/>
            </a:lvl3pPr>
            <a:lvl4pPr>
              <a:buNone/>
              <a:defRPr/>
            </a:lvl4pPr>
            <a:lvl5pPr>
              <a:buNone/>
              <a:defRPr/>
            </a:lvl5pPr>
          </a:lstStyle>
          <a:p>
            <a:pPr lvl="0"/>
            <a:r>
              <a:rPr lang="en-US"/>
              <a:t>Co-authors and/or references</a:t>
            </a:r>
          </a:p>
        </p:txBody>
      </p:sp>
      <p:sp>
        <p:nvSpPr>
          <p:cNvPr id="2" name="Title 1">
            <a:extLst>
              <a:ext uri="{FF2B5EF4-FFF2-40B4-BE49-F238E27FC236}">
                <a16:creationId xmlns:a16="http://schemas.microsoft.com/office/drawing/2014/main" id="{D74AA3FB-49E2-A58E-392E-D98F1C963512}"/>
              </a:ext>
            </a:extLst>
          </p:cNvPr>
          <p:cNvSpPr>
            <a:spLocks noGrp="1"/>
          </p:cNvSpPr>
          <p:nvPr>
            <p:ph type="title" hasCustomPrompt="1"/>
          </p:nvPr>
        </p:nvSpPr>
        <p:spPr>
          <a:xfrm>
            <a:off x="464227" y="1899580"/>
            <a:ext cx="8243886" cy="493718"/>
          </a:xfrm>
        </p:spPr>
        <p:txBody>
          <a:bodyPr/>
          <a:lstStyle>
            <a:lvl1pPr>
              <a:defRPr sz="3600"/>
            </a:lvl1pPr>
          </a:lstStyle>
          <a:p>
            <a:r>
              <a:rPr lang="en-US" dirty="0"/>
              <a:t>Thank you for your attention</a:t>
            </a:r>
            <a:endParaRPr lang="de-CH" dirty="0"/>
          </a:p>
        </p:txBody>
      </p:sp>
      <p:sp>
        <p:nvSpPr>
          <p:cNvPr id="3" name="Footer Placeholder 2">
            <a:extLst>
              <a:ext uri="{FF2B5EF4-FFF2-40B4-BE49-F238E27FC236}">
                <a16:creationId xmlns:a16="http://schemas.microsoft.com/office/drawing/2014/main" id="{24D41405-7A39-9C2A-30A6-144A9B1D338B}"/>
              </a:ext>
            </a:extLst>
          </p:cNvPr>
          <p:cNvSpPr>
            <a:spLocks noGrp="1"/>
          </p:cNvSpPr>
          <p:nvPr>
            <p:ph type="ftr" sz="quarter" idx="12"/>
          </p:nvPr>
        </p:nvSpPr>
        <p:spPr/>
        <p:txBody>
          <a:bodyPr/>
          <a:lstStyle/>
          <a:p>
            <a:endParaRPr lang="de-CH" sz="900" dirty="0"/>
          </a:p>
        </p:txBody>
      </p:sp>
      <p:sp>
        <p:nvSpPr>
          <p:cNvPr id="7" name="Slide Number Placeholder 6">
            <a:extLst>
              <a:ext uri="{FF2B5EF4-FFF2-40B4-BE49-F238E27FC236}">
                <a16:creationId xmlns:a16="http://schemas.microsoft.com/office/drawing/2014/main" id="{7DC39173-0151-28B1-95CC-6FF726E9E786}"/>
              </a:ext>
            </a:extLst>
          </p:cNvPr>
          <p:cNvSpPr>
            <a:spLocks noGrp="1"/>
          </p:cNvSpPr>
          <p:nvPr>
            <p:ph type="sldNum" sz="quarter" idx="13"/>
          </p:nvPr>
        </p:nvSpPr>
        <p:spPr/>
        <p:txBody>
          <a:bodyPr/>
          <a:lstStyle/>
          <a:p>
            <a:fld id="{E14D7B56-9DF5-4E8D-B448-5569FA30FAB2}" type="slidenum">
              <a:rPr lang="de-CH" smtClean="0"/>
              <a:pPr/>
              <a:t>‹#›</a:t>
            </a:fld>
            <a:endParaRPr lang="de-CH"/>
          </a:p>
        </p:txBody>
      </p:sp>
    </p:spTree>
    <p:extLst>
      <p:ext uri="{BB962C8B-B14F-4D97-AF65-F5344CB8AC3E}">
        <p14:creationId xmlns:p14="http://schemas.microsoft.com/office/powerpoint/2010/main" val="10079917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w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3444" y="273844"/>
            <a:ext cx="8238756" cy="493718"/>
          </a:xfrm>
          <a:prstGeom prst="rect">
            <a:avLst/>
          </a:prstGeom>
        </p:spPr>
        <p:txBody>
          <a:bodyPr vert="horz" lIns="0" tIns="0" rIns="0" bIns="0" rtlCol="0" anchor="t" anchorCtr="0">
            <a:noAutofit/>
          </a:bodyPr>
          <a:lstStyle/>
          <a:p>
            <a:r>
              <a:rPr lang="en-US"/>
              <a:t>Click to add title</a:t>
            </a:r>
          </a:p>
        </p:txBody>
      </p:sp>
      <p:sp>
        <p:nvSpPr>
          <p:cNvPr id="3" name="Text Placeholder 2"/>
          <p:cNvSpPr>
            <a:spLocks noGrp="1"/>
          </p:cNvSpPr>
          <p:nvPr>
            <p:ph type="body" idx="1"/>
          </p:nvPr>
        </p:nvSpPr>
        <p:spPr>
          <a:xfrm>
            <a:off x="473444" y="934423"/>
            <a:ext cx="8238756" cy="338672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4"/>
          </p:nvPr>
        </p:nvSpPr>
        <p:spPr>
          <a:xfrm>
            <a:off x="484316" y="4658190"/>
            <a:ext cx="187268" cy="273844"/>
          </a:xfrm>
          <a:prstGeom prst="rect">
            <a:avLst/>
          </a:prstGeom>
        </p:spPr>
        <p:txBody>
          <a:bodyPr vert="horz" lIns="0" tIns="0" rIns="0" bIns="0" rtlCol="0" anchor="ctr" anchorCtr="1"/>
          <a:lstStyle>
            <a:lvl1pPr algn="r">
              <a:defRPr sz="900">
                <a:solidFill>
                  <a:schemeClr val="tx1"/>
                </a:solidFill>
              </a:defRPr>
            </a:lvl1pPr>
          </a:lstStyle>
          <a:p>
            <a:fld id="{E14D7B56-9DF5-4E8D-B448-5569FA30FAB2}" type="slidenum">
              <a:rPr lang="de-CH" smtClean="0"/>
              <a:pPr/>
              <a:t>‹#›</a:t>
            </a:fld>
            <a:endParaRPr lang="de-CH"/>
          </a:p>
        </p:txBody>
      </p:sp>
      <p:sp>
        <p:nvSpPr>
          <p:cNvPr id="10" name="Footer Placeholder 9">
            <a:extLst>
              <a:ext uri="{FF2B5EF4-FFF2-40B4-BE49-F238E27FC236}">
                <a16:creationId xmlns:a16="http://schemas.microsoft.com/office/drawing/2014/main" id="{BC1F39F4-648D-3C9A-8CD1-8E9C3C775528}"/>
              </a:ext>
            </a:extLst>
          </p:cNvPr>
          <p:cNvSpPr>
            <a:spLocks noGrp="1"/>
          </p:cNvSpPr>
          <p:nvPr>
            <p:ph type="ftr" sz="quarter" idx="3"/>
          </p:nvPr>
        </p:nvSpPr>
        <p:spPr>
          <a:xfrm>
            <a:off x="757451" y="4657670"/>
            <a:ext cx="6282274" cy="273844"/>
          </a:xfrm>
          <a:prstGeom prst="rect">
            <a:avLst/>
          </a:prstGeom>
        </p:spPr>
        <p:txBody>
          <a:bodyPr vert="horz" lIns="0" tIns="0" rIns="0" bIns="0" rtlCol="0" anchor="ctr"/>
          <a:lstStyle>
            <a:lvl1pPr algn="l">
              <a:defRPr sz="900">
                <a:solidFill>
                  <a:schemeClr val="tx1"/>
                </a:solidFill>
              </a:defRPr>
            </a:lvl1pPr>
          </a:lstStyle>
          <a:p>
            <a:endParaRPr lang="de-CH" sz="900" dirty="0"/>
          </a:p>
        </p:txBody>
      </p:sp>
      <p:pic>
        <p:nvPicPr>
          <p:cNvPr id="5" name="Picture 4">
            <a:extLst>
              <a:ext uri="{FF2B5EF4-FFF2-40B4-BE49-F238E27FC236}">
                <a16:creationId xmlns:a16="http://schemas.microsoft.com/office/drawing/2014/main" id="{399262DC-A476-C090-3274-C391B53779F6}"/>
              </a:ext>
            </a:extLst>
          </p:cNvPr>
          <p:cNvPicPr>
            <a:picLocks noChangeAspect="1"/>
          </p:cNvPicPr>
          <p:nvPr userDrawn="1"/>
        </p:nvPicPr>
        <p:blipFill>
          <a:blip r:embed="rId35"/>
          <a:stretch>
            <a:fillRect/>
          </a:stretch>
        </p:blipFill>
        <p:spPr>
          <a:xfrm>
            <a:off x="7425843" y="4496579"/>
            <a:ext cx="1439843" cy="430417"/>
          </a:xfrm>
          <a:prstGeom prst="rect">
            <a:avLst/>
          </a:prstGeom>
        </p:spPr>
      </p:pic>
    </p:spTree>
    <p:extLst>
      <p:ext uri="{BB962C8B-B14F-4D97-AF65-F5344CB8AC3E}">
        <p14:creationId xmlns:p14="http://schemas.microsoft.com/office/powerpoint/2010/main" val="3047103467"/>
      </p:ext>
    </p:extLst>
  </p:cSld>
  <p:clrMap bg1="lt1" tx1="dk1" bg2="lt2" tx2="dk2" accent1="accent1" accent2="accent2" accent3="accent3" accent4="accent4" accent5="accent5" accent6="accent6" hlink="hlink" folHlink="folHlink"/>
  <p:sldLayoutIdLst>
    <p:sldLayoutId id="2147483738" r:id="rId1"/>
    <p:sldLayoutId id="2147483757" r:id="rId2"/>
    <p:sldLayoutId id="2147483739" r:id="rId3"/>
    <p:sldLayoutId id="2147483740" r:id="rId4"/>
    <p:sldLayoutId id="2147483741" r:id="rId5"/>
    <p:sldLayoutId id="2147483762" r:id="rId6"/>
    <p:sldLayoutId id="2147483742" r:id="rId7"/>
    <p:sldLayoutId id="2147483771" r:id="rId8"/>
    <p:sldLayoutId id="2147483763" r:id="rId9"/>
    <p:sldLayoutId id="2147483743" r:id="rId10"/>
    <p:sldLayoutId id="2147483751" r:id="rId11"/>
    <p:sldLayoutId id="2147483744" r:id="rId12"/>
    <p:sldLayoutId id="2147483745" r:id="rId13"/>
    <p:sldLayoutId id="2147483746" r:id="rId14"/>
    <p:sldLayoutId id="2147483747" r:id="rId15"/>
    <p:sldLayoutId id="2147483748" r:id="rId16"/>
    <p:sldLayoutId id="2147483755" r:id="rId17"/>
    <p:sldLayoutId id="2147483756" r:id="rId18"/>
    <p:sldLayoutId id="2147483749" r:id="rId19"/>
    <p:sldLayoutId id="2147483750" r:id="rId20"/>
    <p:sldLayoutId id="2147483764" r:id="rId21"/>
    <p:sldLayoutId id="2147483758" r:id="rId22"/>
    <p:sldLayoutId id="2147483759" r:id="rId23"/>
    <p:sldLayoutId id="2147483760" r:id="rId24"/>
    <p:sldLayoutId id="2147483761" r:id="rId25"/>
    <p:sldLayoutId id="2147483765" r:id="rId26"/>
    <p:sldLayoutId id="2147483768" r:id="rId27"/>
    <p:sldLayoutId id="2147483766" r:id="rId28"/>
    <p:sldLayoutId id="2147483767" r:id="rId29"/>
    <p:sldLayoutId id="2147483770" r:id="rId30"/>
    <p:sldLayoutId id="2147483752" r:id="rId31"/>
    <p:sldLayoutId id="2147483772" r:id="rId32"/>
    <p:sldLayoutId id="2147483753" r:id="rId33"/>
  </p:sldLayoutIdLst>
  <p:hf hdr="0" dt="0"/>
  <p:txStyles>
    <p:titleStyle>
      <a:lvl1pPr algn="l" defTabSz="685800" rtl="0" eaLnBrk="1" latinLnBrk="0" hangingPunct="1">
        <a:lnSpc>
          <a:spcPct val="90000"/>
        </a:lnSpc>
        <a:spcBef>
          <a:spcPct val="0"/>
        </a:spcBef>
        <a:buNone/>
        <a:defRPr sz="2800" b="1" kern="1200">
          <a:solidFill>
            <a:schemeClr val="tx2"/>
          </a:solidFill>
          <a:latin typeface="+mn-lt"/>
          <a:ea typeface="+mj-ea"/>
          <a:cs typeface="+mj-cs"/>
        </a:defRPr>
      </a:lvl1pPr>
    </p:titleStyle>
    <p:bodyStyle>
      <a:lvl1pPr marL="171450" indent="-171450" algn="l" defTabSz="685800" rtl="0" eaLnBrk="1" latinLnBrk="0" hangingPunct="1">
        <a:lnSpc>
          <a:spcPct val="114000"/>
        </a:lnSpc>
        <a:spcBef>
          <a:spcPts val="750"/>
        </a:spcBef>
        <a:spcAft>
          <a:spcPts val="400"/>
        </a:spcAft>
        <a:buClr>
          <a:schemeClr val="accent5"/>
        </a:buClr>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14000"/>
        </a:lnSpc>
        <a:spcBef>
          <a:spcPts val="375"/>
        </a:spcBef>
        <a:spcAft>
          <a:spcPts val="400"/>
        </a:spcAft>
        <a:buClr>
          <a:schemeClr val="accent5"/>
        </a:buClr>
        <a:buFont typeface="Courier New" panose="02070309020205020404" pitchFamily="49" charset="0"/>
        <a:buChar char="o"/>
        <a:defRPr sz="1600" kern="1200">
          <a:solidFill>
            <a:schemeClr val="tx1"/>
          </a:solidFill>
          <a:latin typeface="+mn-lt"/>
          <a:ea typeface="+mn-ea"/>
          <a:cs typeface="+mn-cs"/>
        </a:defRPr>
      </a:lvl2pPr>
      <a:lvl3pPr marL="857250" indent="-171450" algn="l" defTabSz="685800" rtl="0" eaLnBrk="1" latinLnBrk="0" hangingPunct="1">
        <a:lnSpc>
          <a:spcPct val="114000"/>
        </a:lnSpc>
        <a:spcBef>
          <a:spcPts val="375"/>
        </a:spcBef>
        <a:spcAft>
          <a:spcPts val="400"/>
        </a:spcAft>
        <a:buClr>
          <a:schemeClr val="accent5"/>
        </a:buClr>
        <a:buFont typeface="Symbol" panose="05050102010706020507" pitchFamily="18" charset="2"/>
        <a:buChar char="-"/>
        <a:defRPr sz="1400" kern="1200">
          <a:solidFill>
            <a:schemeClr val="tx1"/>
          </a:solidFill>
          <a:latin typeface="+mn-lt"/>
          <a:ea typeface="+mn-ea"/>
          <a:cs typeface="+mn-cs"/>
        </a:defRPr>
      </a:lvl3pPr>
      <a:lvl4pPr marL="1200150" indent="-171450" algn="l" defTabSz="685800" rtl="0" eaLnBrk="1" latinLnBrk="0" hangingPunct="1">
        <a:lnSpc>
          <a:spcPct val="114000"/>
        </a:lnSpc>
        <a:spcBef>
          <a:spcPts val="375"/>
        </a:spcBef>
        <a:spcAft>
          <a:spcPts val="400"/>
        </a:spcAft>
        <a:buClr>
          <a:schemeClr val="accent5"/>
        </a:buClr>
        <a:buFont typeface="Wingdings" panose="05000000000000000000" pitchFamily="2" charset="2"/>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577" userDrawn="1">
          <p15:clr>
            <a:srgbClr val="F26B43"/>
          </p15:clr>
        </p15:guide>
        <p15:guide id="8" pos="295" userDrawn="1">
          <p15:clr>
            <a:srgbClr val="F26B43"/>
          </p15:clr>
        </p15:guide>
        <p15:guide id="9" pos="2857" userDrawn="1">
          <p15:clr>
            <a:srgbClr val="F26B43"/>
          </p15:clr>
        </p15:guide>
        <p15:guide id="10" pos="5488" userDrawn="1">
          <p15:clr>
            <a:srgbClr val="F26B43"/>
          </p15:clr>
        </p15:guide>
        <p15:guide id="11" orient="horz" pos="1620" userDrawn="1">
          <p15:clr>
            <a:srgbClr val="F26B43"/>
          </p15:clr>
        </p15:guide>
        <p15:guide id="12" orient="horz" pos="3049" userDrawn="1">
          <p15:clr>
            <a:srgbClr val="F26B43"/>
          </p15:clr>
        </p15:guide>
        <p15:guide id="13" orient="horz" pos="273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quarto.org/docs/guide/" TargetMode="External"/><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Research-IT-Swiss-TPH/stphtoolbox"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B178251-B71D-1507-5363-1A822839AF90}"/>
              </a:ext>
            </a:extLst>
          </p:cNvPr>
          <p:cNvSpPr>
            <a:spLocks noGrp="1"/>
          </p:cNvSpPr>
          <p:nvPr>
            <p:ph type="title"/>
          </p:nvPr>
        </p:nvSpPr>
        <p:spPr>
          <a:xfrm>
            <a:off x="468936" y="2078032"/>
            <a:ext cx="8243264" cy="493718"/>
          </a:xfrm>
        </p:spPr>
        <p:txBody>
          <a:bodyPr/>
          <a:lstStyle/>
          <a:p>
            <a:r>
              <a:rPr lang="en-US" noProof="0" dirty="0"/>
              <a:t>Quarto @ Swiss TPH</a:t>
            </a:r>
          </a:p>
        </p:txBody>
      </p:sp>
      <p:sp>
        <p:nvSpPr>
          <p:cNvPr id="12" name="Text Placeholder 11">
            <a:extLst>
              <a:ext uri="{FF2B5EF4-FFF2-40B4-BE49-F238E27FC236}">
                <a16:creationId xmlns:a16="http://schemas.microsoft.com/office/drawing/2014/main" id="{CD69D221-9F7A-10E9-B237-3D52032D931D}"/>
              </a:ext>
            </a:extLst>
          </p:cNvPr>
          <p:cNvSpPr>
            <a:spLocks noGrp="1"/>
          </p:cNvSpPr>
          <p:nvPr>
            <p:ph type="body" sz="quarter" idx="10"/>
          </p:nvPr>
        </p:nvSpPr>
        <p:spPr>
          <a:xfrm>
            <a:off x="468937" y="3126966"/>
            <a:ext cx="8243264" cy="406400"/>
          </a:xfrm>
        </p:spPr>
        <p:txBody>
          <a:bodyPr/>
          <a:lstStyle/>
          <a:p>
            <a:r>
              <a:rPr lang="en-US" noProof="0" dirty="0"/>
              <a:t>Reproducible documents for your research projects</a:t>
            </a:r>
          </a:p>
        </p:txBody>
      </p:sp>
      <p:sp>
        <p:nvSpPr>
          <p:cNvPr id="13" name="Text Placeholder 12">
            <a:extLst>
              <a:ext uri="{FF2B5EF4-FFF2-40B4-BE49-F238E27FC236}">
                <a16:creationId xmlns:a16="http://schemas.microsoft.com/office/drawing/2014/main" id="{DA2594B3-75C2-211F-3814-1A2A4B250591}"/>
              </a:ext>
            </a:extLst>
          </p:cNvPr>
          <p:cNvSpPr>
            <a:spLocks noGrp="1"/>
          </p:cNvSpPr>
          <p:nvPr>
            <p:ph type="body" sz="quarter" idx="11"/>
          </p:nvPr>
        </p:nvSpPr>
        <p:spPr>
          <a:xfrm>
            <a:off x="468936" y="4073062"/>
            <a:ext cx="4428711" cy="302512"/>
          </a:xfrm>
        </p:spPr>
        <p:txBody>
          <a:bodyPr>
            <a:normAutofit fontScale="85000" lnSpcReduction="20000"/>
          </a:bodyPr>
          <a:lstStyle/>
          <a:p>
            <a:r>
              <a:rPr lang="en-US" noProof="0" dirty="0"/>
              <a:t>Zhihan Zhu, Research Informatics</a:t>
            </a:r>
          </a:p>
          <a:p>
            <a:endParaRPr lang="en-US" noProof="0" dirty="0"/>
          </a:p>
        </p:txBody>
      </p:sp>
      <p:sp>
        <p:nvSpPr>
          <p:cNvPr id="5" name="Text Placeholder 4">
            <a:extLst>
              <a:ext uri="{FF2B5EF4-FFF2-40B4-BE49-F238E27FC236}">
                <a16:creationId xmlns:a16="http://schemas.microsoft.com/office/drawing/2014/main" id="{A8CCDF82-18E9-AE29-176B-21EBD2F07E88}"/>
              </a:ext>
            </a:extLst>
          </p:cNvPr>
          <p:cNvSpPr>
            <a:spLocks noGrp="1"/>
          </p:cNvSpPr>
          <p:nvPr>
            <p:ph type="body" sz="quarter" idx="12"/>
          </p:nvPr>
        </p:nvSpPr>
        <p:spPr>
          <a:xfrm>
            <a:off x="468313" y="4470400"/>
            <a:ext cx="4429125" cy="303213"/>
          </a:xfrm>
        </p:spPr>
        <p:txBody>
          <a:bodyPr/>
          <a:lstStyle/>
          <a:p>
            <a:r>
              <a:rPr lang="en-US" noProof="0" dirty="0"/>
              <a:t>28.10.2026</a:t>
            </a:r>
          </a:p>
        </p:txBody>
      </p:sp>
    </p:spTree>
    <p:extLst>
      <p:ext uri="{BB962C8B-B14F-4D97-AF65-F5344CB8AC3E}">
        <p14:creationId xmlns:p14="http://schemas.microsoft.com/office/powerpoint/2010/main" val="3264148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9840A-50CA-56FB-6BA2-6FBA265AD0BB}"/>
              </a:ext>
            </a:extLst>
          </p:cNvPr>
          <p:cNvSpPr>
            <a:spLocks noGrp="1"/>
          </p:cNvSpPr>
          <p:nvPr>
            <p:ph type="title"/>
          </p:nvPr>
        </p:nvSpPr>
        <p:spPr>
          <a:xfrm>
            <a:off x="473444" y="273844"/>
            <a:ext cx="8238756" cy="493718"/>
          </a:xfrm>
        </p:spPr>
        <p:txBody>
          <a:bodyPr/>
          <a:lstStyle/>
          <a:p>
            <a:r>
              <a:rPr lang="en-US" noProof="0" dirty="0"/>
              <a:t>Agenda</a:t>
            </a:r>
          </a:p>
        </p:txBody>
      </p:sp>
      <p:sp>
        <p:nvSpPr>
          <p:cNvPr id="9" name="Table Placeholder 8">
            <a:extLst>
              <a:ext uri="{FF2B5EF4-FFF2-40B4-BE49-F238E27FC236}">
                <a16:creationId xmlns:a16="http://schemas.microsoft.com/office/drawing/2014/main" id="{FB4BB4FF-2130-7239-CF49-31D3F02CEE5A}"/>
              </a:ext>
            </a:extLst>
          </p:cNvPr>
          <p:cNvSpPr>
            <a:spLocks noGrp="1"/>
          </p:cNvSpPr>
          <p:nvPr>
            <p:ph type="tbl" sz="quarter" idx="12"/>
          </p:nvPr>
        </p:nvSpPr>
        <p:spPr/>
        <p:txBody>
          <a:bodyPr/>
          <a:lstStyle/>
          <a:p>
            <a:endParaRPr lang="en-US" noProof="0" dirty="0"/>
          </a:p>
        </p:txBody>
      </p:sp>
      <p:sp>
        <p:nvSpPr>
          <p:cNvPr id="4" name="Footer Placeholder 3">
            <a:extLst>
              <a:ext uri="{FF2B5EF4-FFF2-40B4-BE49-F238E27FC236}">
                <a16:creationId xmlns:a16="http://schemas.microsoft.com/office/drawing/2014/main" id="{F543BCE8-4599-A957-A5D7-78E041C787EB}"/>
              </a:ext>
            </a:extLst>
          </p:cNvPr>
          <p:cNvSpPr>
            <a:spLocks noGrp="1"/>
          </p:cNvSpPr>
          <p:nvPr>
            <p:ph type="ftr" sz="quarter" idx="13"/>
          </p:nvPr>
        </p:nvSpPr>
        <p:spPr>
          <a:xfrm>
            <a:off x="757451" y="4657670"/>
            <a:ext cx="6282274" cy="273844"/>
          </a:xfrm>
        </p:spPr>
        <p:txBody>
          <a:bodyPr/>
          <a:lstStyle/>
          <a:p>
            <a:endParaRPr lang="en-US" noProof="0" dirty="0"/>
          </a:p>
        </p:txBody>
      </p:sp>
      <p:sp>
        <p:nvSpPr>
          <p:cNvPr id="5" name="Slide Number Placeholder 4">
            <a:extLst>
              <a:ext uri="{FF2B5EF4-FFF2-40B4-BE49-F238E27FC236}">
                <a16:creationId xmlns:a16="http://schemas.microsoft.com/office/drawing/2014/main" id="{4D29B375-93F2-D1CA-A66E-93DC0E6A7BB2}"/>
              </a:ext>
            </a:extLst>
          </p:cNvPr>
          <p:cNvSpPr>
            <a:spLocks noGrp="1"/>
          </p:cNvSpPr>
          <p:nvPr>
            <p:ph type="sldNum" sz="quarter" idx="14"/>
          </p:nvPr>
        </p:nvSpPr>
        <p:spPr>
          <a:xfrm>
            <a:off x="484316" y="4658190"/>
            <a:ext cx="187268" cy="273844"/>
          </a:xfrm>
        </p:spPr>
        <p:txBody>
          <a:bodyPr/>
          <a:lstStyle/>
          <a:p>
            <a:fld id="{E14D7B56-9DF5-4E8D-B448-5569FA30FAB2}" type="slidenum">
              <a:rPr lang="en-US" noProof="0" smtClean="0"/>
              <a:pPr/>
              <a:t>2</a:t>
            </a:fld>
            <a:endParaRPr lang="en-US" noProof="0" dirty="0"/>
          </a:p>
        </p:txBody>
      </p:sp>
      <p:graphicFrame>
        <p:nvGraphicFramePr>
          <p:cNvPr id="6" name="Table 5">
            <a:extLst>
              <a:ext uri="{FF2B5EF4-FFF2-40B4-BE49-F238E27FC236}">
                <a16:creationId xmlns:a16="http://schemas.microsoft.com/office/drawing/2014/main" id="{2821630B-E9E9-8D97-E8A3-D50F9D37727B}"/>
              </a:ext>
            </a:extLst>
          </p:cNvPr>
          <p:cNvGraphicFramePr>
            <a:graphicFrameLocks noGrp="1"/>
          </p:cNvGraphicFramePr>
          <p:nvPr>
            <p:extLst>
              <p:ext uri="{D42A27DB-BD31-4B8C-83A1-F6EECF244321}">
                <p14:modId xmlns:p14="http://schemas.microsoft.com/office/powerpoint/2010/main" val="3351275851"/>
              </p:ext>
            </p:extLst>
          </p:nvPr>
        </p:nvGraphicFramePr>
        <p:xfrm>
          <a:off x="473444" y="862074"/>
          <a:ext cx="8215545" cy="3527302"/>
        </p:xfrm>
        <a:graphic>
          <a:graphicData uri="http://schemas.openxmlformats.org/drawingml/2006/table">
            <a:tbl>
              <a:tblPr>
                <a:tableStyleId>{5C22544A-7EE6-4342-B048-85BDC9FD1C3A}</a:tableStyleId>
              </a:tblPr>
              <a:tblGrid>
                <a:gridCol w="8215545">
                  <a:extLst>
                    <a:ext uri="{9D8B030D-6E8A-4147-A177-3AD203B41FA5}">
                      <a16:colId xmlns:a16="http://schemas.microsoft.com/office/drawing/2014/main" val="2505335421"/>
                    </a:ext>
                  </a:extLst>
                </a:gridCol>
              </a:tblGrid>
              <a:tr h="372964">
                <a:tc>
                  <a:txBody>
                    <a:bodyPr/>
                    <a:lstStyle/>
                    <a:p>
                      <a:pPr algn="l"/>
                      <a:r>
                        <a:rPr lang="en-US" sz="1800" b="1" noProof="0" dirty="0">
                          <a:solidFill>
                            <a:srgbClr val="FFFFFF"/>
                          </a:solidFill>
                          <a:latin typeface="Aptos"/>
                        </a:rPr>
                        <a:t>Quarto @ Swiss TPH</a:t>
                      </a:r>
                    </a:p>
                  </a:txBody>
                  <a:tcPr marL="91182" marR="91182" marT="45591" marB="45591" anchor="ctr">
                    <a:solidFill>
                      <a:srgbClr val="432BA1"/>
                    </a:solidFill>
                  </a:tcPr>
                </a:tc>
                <a:extLst>
                  <a:ext uri="{0D108BD9-81ED-4DB2-BD59-A6C34878D82A}">
                    <a16:rowId xmlns:a16="http://schemas.microsoft.com/office/drawing/2014/main" val="1768464925"/>
                  </a:ext>
                </a:extLst>
              </a:tr>
              <a:tr h="5257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noProof="0" dirty="0">
                          <a:solidFill>
                            <a:srgbClr val="2D1B69"/>
                          </a:solidFill>
                          <a:latin typeface="+mn-lt"/>
                        </a:rPr>
                        <a:t>Introduction to Quarto</a:t>
                      </a:r>
                    </a:p>
                  </a:txBody>
                  <a:tcPr marL="91182" marR="91182" marT="45591" marB="45591" anchor="ctr">
                    <a:lnL w="0">
                      <a:noFill/>
                    </a:lnL>
                    <a:lnR w="0">
                      <a:noFill/>
                    </a:lnR>
                    <a:lnB w="9525" cap="flat" cmpd="sng" algn="ctr">
                      <a:solidFill>
                        <a:srgbClr val="C8C0E8"/>
                      </a:solidFill>
                      <a:prstDash val="solid"/>
                      <a:round/>
                      <a:headEnd type="none" w="med" len="med"/>
                      <a:tailEnd type="none" w="med" len="med"/>
                    </a:lnB>
                    <a:solidFill>
                      <a:srgbClr val="FFFFFF"/>
                    </a:solidFill>
                  </a:tcPr>
                </a:tc>
                <a:extLst>
                  <a:ext uri="{0D108BD9-81ED-4DB2-BD59-A6C34878D82A}">
                    <a16:rowId xmlns:a16="http://schemas.microsoft.com/office/drawing/2014/main" val="3511345861"/>
                  </a:ext>
                </a:extLst>
              </a:tr>
              <a:tr h="5257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noProof="0" dirty="0">
                          <a:solidFill>
                            <a:srgbClr val="2D1B69"/>
                          </a:solidFill>
                          <a:latin typeface="+mn-lt"/>
                        </a:rPr>
                        <a:t>Structure of a Quarto document</a:t>
                      </a:r>
                    </a:p>
                  </a:txBody>
                  <a:tcPr marL="91182" marR="91182" marT="45591" marB="45591" anchor="ctr">
                    <a:lnL w="0">
                      <a:noFill/>
                    </a:lnL>
                    <a:lnR w="0">
                      <a:noFill/>
                    </a:lnR>
                    <a:lnT w="9525" cap="flat" cmpd="sng" algn="ctr">
                      <a:solidFill>
                        <a:srgbClr val="C8C0E8"/>
                      </a:solidFill>
                      <a:prstDash val="solid"/>
                      <a:round/>
                      <a:headEnd type="none" w="med" len="med"/>
                      <a:tailEnd type="none" w="med" len="med"/>
                    </a:lnT>
                    <a:lnB w="9525" cap="flat" cmpd="sng" algn="ctr">
                      <a:solidFill>
                        <a:srgbClr val="C8C0E8"/>
                      </a:solidFill>
                      <a:prstDash val="solid"/>
                      <a:round/>
                      <a:headEnd type="none" w="med" len="med"/>
                      <a:tailEnd type="none" w="med" len="med"/>
                    </a:lnB>
                    <a:solidFill>
                      <a:srgbClr val="FFFFFF"/>
                    </a:solidFill>
                  </a:tcPr>
                </a:tc>
                <a:extLst>
                  <a:ext uri="{0D108BD9-81ED-4DB2-BD59-A6C34878D82A}">
                    <a16:rowId xmlns:a16="http://schemas.microsoft.com/office/drawing/2014/main" val="2970865525"/>
                  </a:ext>
                </a:extLst>
              </a:tr>
              <a:tr h="5257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noProof="0" dirty="0">
                          <a:solidFill>
                            <a:srgbClr val="2D1B69"/>
                          </a:solidFill>
                          <a:latin typeface="+mn-lt"/>
                        </a:rPr>
                        <a:t>Quarto formats</a:t>
                      </a:r>
                    </a:p>
                  </a:txBody>
                  <a:tcPr marL="91182" marR="91182" marT="45591" marB="45591" anchor="ctr">
                    <a:lnL w="0">
                      <a:noFill/>
                    </a:lnL>
                    <a:lnR w="0">
                      <a:noFill/>
                    </a:lnR>
                    <a:lnT w="9525" cap="flat" cmpd="sng" algn="ctr">
                      <a:solidFill>
                        <a:srgbClr val="C8C0E8"/>
                      </a:solidFill>
                      <a:prstDash val="solid"/>
                      <a:round/>
                      <a:headEnd type="none" w="med" len="med"/>
                      <a:tailEnd type="none" w="med" len="med"/>
                    </a:lnT>
                    <a:lnB w="9525" cap="flat" cmpd="sng" algn="ctr">
                      <a:solidFill>
                        <a:srgbClr val="C8C0E8"/>
                      </a:solidFill>
                      <a:prstDash val="solid"/>
                      <a:round/>
                      <a:headEnd type="none" w="med" len="med"/>
                      <a:tailEnd type="none" w="med" len="med"/>
                    </a:lnB>
                    <a:solidFill>
                      <a:srgbClr val="FFFFFF"/>
                    </a:solidFill>
                  </a:tcPr>
                </a:tc>
                <a:extLst>
                  <a:ext uri="{0D108BD9-81ED-4DB2-BD59-A6C34878D82A}">
                    <a16:rowId xmlns:a16="http://schemas.microsoft.com/office/drawing/2014/main" val="38010667"/>
                  </a:ext>
                </a:extLst>
              </a:tr>
              <a:tr h="5257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noProof="0" dirty="0">
                          <a:solidFill>
                            <a:srgbClr val="2D1B69"/>
                          </a:solidFill>
                          <a:latin typeface="+mn-lt"/>
                        </a:rPr>
                        <a:t>Swiss TPH templates</a:t>
                      </a:r>
                    </a:p>
                  </a:txBody>
                  <a:tcPr marL="91182" marR="91182" marT="45591" marB="45591" anchor="ctr">
                    <a:lnL w="0">
                      <a:noFill/>
                    </a:lnL>
                    <a:lnR w="0">
                      <a:noFill/>
                    </a:lnR>
                    <a:lnT w="9525" cap="flat" cmpd="sng" algn="ctr">
                      <a:solidFill>
                        <a:srgbClr val="C8C0E8"/>
                      </a:solidFill>
                      <a:prstDash val="solid"/>
                      <a:round/>
                      <a:headEnd type="none" w="med" len="med"/>
                      <a:tailEnd type="none" w="med" len="med"/>
                    </a:lnT>
                    <a:lnB w="9525" cap="flat" cmpd="sng" algn="ctr">
                      <a:solidFill>
                        <a:srgbClr val="C8C0E8"/>
                      </a:solidFill>
                      <a:prstDash val="solid"/>
                      <a:round/>
                      <a:headEnd type="none" w="med" len="med"/>
                      <a:tailEnd type="none" w="med" len="med"/>
                    </a:lnB>
                    <a:solidFill>
                      <a:srgbClr val="FFFFFF"/>
                    </a:solidFill>
                  </a:tcPr>
                </a:tc>
                <a:extLst>
                  <a:ext uri="{0D108BD9-81ED-4DB2-BD59-A6C34878D82A}">
                    <a16:rowId xmlns:a16="http://schemas.microsoft.com/office/drawing/2014/main" val="4245616690"/>
                  </a:ext>
                </a:extLst>
              </a:tr>
              <a:tr h="5257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noProof="0" dirty="0">
                          <a:solidFill>
                            <a:srgbClr val="2D1B69"/>
                          </a:solidFill>
                          <a:latin typeface="+mn-lt"/>
                        </a:rPr>
                        <a:t>Q&amp;A (and/or a break)</a:t>
                      </a:r>
                    </a:p>
                  </a:txBody>
                  <a:tcPr marL="91182" marR="91182" marT="45591" marB="45591" anchor="ctr">
                    <a:lnL w="0">
                      <a:noFill/>
                    </a:lnL>
                    <a:lnR w="0">
                      <a:noFill/>
                    </a:lnR>
                    <a:lnT w="9525" cap="flat" cmpd="sng" algn="ctr">
                      <a:solidFill>
                        <a:srgbClr val="C8C0E8"/>
                      </a:solidFill>
                      <a:prstDash val="solid"/>
                      <a:round/>
                      <a:headEnd type="none" w="med" len="med"/>
                      <a:tailEnd type="none" w="med" len="med"/>
                    </a:lnT>
                    <a:lnB w="9525" cap="flat" cmpd="sng" algn="ctr">
                      <a:solidFill>
                        <a:srgbClr val="C8C0E8"/>
                      </a:solidFill>
                      <a:prstDash val="solid"/>
                      <a:round/>
                      <a:headEnd type="none" w="med" len="med"/>
                      <a:tailEnd type="none" w="med" len="med"/>
                    </a:lnB>
                    <a:solidFill>
                      <a:srgbClr val="FFFFFF"/>
                    </a:solidFill>
                  </a:tcPr>
                </a:tc>
                <a:extLst>
                  <a:ext uri="{0D108BD9-81ED-4DB2-BD59-A6C34878D82A}">
                    <a16:rowId xmlns:a16="http://schemas.microsoft.com/office/drawing/2014/main" val="29594265"/>
                  </a:ext>
                </a:extLst>
              </a:tr>
              <a:tr h="52572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noProof="0" dirty="0">
                          <a:solidFill>
                            <a:srgbClr val="2D1B69"/>
                          </a:solidFill>
                          <a:latin typeface="+mn-lt"/>
                        </a:rPr>
                        <a:t>Hands-on session</a:t>
                      </a:r>
                    </a:p>
                  </a:txBody>
                  <a:tcPr marL="91182" marR="91182" marT="45591" marB="45591" anchor="ctr">
                    <a:lnL w="0">
                      <a:noFill/>
                    </a:lnL>
                    <a:lnR w="0">
                      <a:noFill/>
                    </a:lnR>
                    <a:lnT w="9525" cap="flat" cmpd="sng" algn="ctr">
                      <a:solidFill>
                        <a:srgbClr val="C8C0E8"/>
                      </a:solidFill>
                      <a:prstDash val="solid"/>
                      <a:round/>
                      <a:headEnd type="none" w="med" len="med"/>
                      <a:tailEnd type="none" w="med" len="med"/>
                    </a:lnT>
                    <a:lnB w="9525" cmpd="sng">
                      <a:solidFill>
                        <a:srgbClr val="C8C0E8"/>
                      </a:solidFill>
                    </a:lnB>
                    <a:solidFill>
                      <a:srgbClr val="FFFFFF"/>
                    </a:solidFill>
                  </a:tcPr>
                </a:tc>
                <a:extLst>
                  <a:ext uri="{0D108BD9-81ED-4DB2-BD59-A6C34878D82A}">
                    <a16:rowId xmlns:a16="http://schemas.microsoft.com/office/drawing/2014/main" val="525742379"/>
                  </a:ext>
                </a:extLst>
              </a:tr>
            </a:tbl>
          </a:graphicData>
        </a:graphic>
      </p:graphicFrame>
    </p:spTree>
    <p:extLst>
      <p:ext uri="{BB962C8B-B14F-4D97-AF65-F5344CB8AC3E}">
        <p14:creationId xmlns:p14="http://schemas.microsoft.com/office/powerpoint/2010/main" val="3739612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65F5D-9104-A782-2600-159534D51E27}"/>
              </a:ext>
            </a:extLst>
          </p:cNvPr>
          <p:cNvSpPr>
            <a:spLocks noGrp="1"/>
          </p:cNvSpPr>
          <p:nvPr>
            <p:ph type="title"/>
          </p:nvPr>
        </p:nvSpPr>
        <p:spPr/>
        <p:txBody>
          <a:bodyPr/>
          <a:lstStyle/>
          <a:p>
            <a:r>
              <a:rPr lang="de-CH" dirty="0" err="1"/>
              <a:t>Introduction</a:t>
            </a:r>
            <a:r>
              <a:rPr lang="de-CH" dirty="0"/>
              <a:t> </a:t>
            </a:r>
            <a:r>
              <a:rPr lang="de-CH" dirty="0" err="1"/>
              <a:t>to</a:t>
            </a:r>
            <a:r>
              <a:rPr lang="de-CH" dirty="0"/>
              <a:t> Quarto</a:t>
            </a:r>
          </a:p>
        </p:txBody>
      </p:sp>
    </p:spTree>
    <p:extLst>
      <p:ext uri="{BB962C8B-B14F-4D97-AF65-F5344CB8AC3E}">
        <p14:creationId xmlns:p14="http://schemas.microsoft.com/office/powerpoint/2010/main" val="73939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8F8073A-A4F4-27A2-DE0F-A3D7F8F08C27}"/>
              </a:ext>
            </a:extLst>
          </p:cNvPr>
          <p:cNvSpPr>
            <a:spLocks noGrp="1"/>
          </p:cNvSpPr>
          <p:nvPr>
            <p:ph type="title"/>
          </p:nvPr>
        </p:nvSpPr>
        <p:spPr>
          <a:xfrm>
            <a:off x="473444" y="273844"/>
            <a:ext cx="8238756" cy="493718"/>
          </a:xfrm>
        </p:spPr>
        <p:txBody>
          <a:bodyPr/>
          <a:lstStyle/>
          <a:p>
            <a:r>
              <a:rPr lang="en-US" noProof="0" dirty="0"/>
              <a:t>Reproducibility in research</a:t>
            </a:r>
          </a:p>
        </p:txBody>
      </p:sp>
      <p:sp>
        <p:nvSpPr>
          <p:cNvPr id="4" name="Footer Placeholder 3">
            <a:extLst>
              <a:ext uri="{FF2B5EF4-FFF2-40B4-BE49-F238E27FC236}">
                <a16:creationId xmlns:a16="http://schemas.microsoft.com/office/drawing/2014/main" id="{83A53195-50CB-79F4-D9A7-B83C4937D468}"/>
              </a:ext>
            </a:extLst>
          </p:cNvPr>
          <p:cNvSpPr>
            <a:spLocks noGrp="1"/>
          </p:cNvSpPr>
          <p:nvPr>
            <p:ph type="ftr" sz="quarter" idx="14"/>
          </p:nvPr>
        </p:nvSpPr>
        <p:spPr>
          <a:xfrm>
            <a:off x="757451" y="4657670"/>
            <a:ext cx="6282274" cy="273844"/>
          </a:xfrm>
        </p:spPr>
        <p:txBody>
          <a:bodyPr/>
          <a:lstStyle/>
          <a:p>
            <a:r>
              <a:rPr lang="en-US" noProof="0" dirty="0"/>
              <a:t>This illustration is adapted from the one created by </a:t>
            </a:r>
            <a:r>
              <a:rPr lang="en-US" noProof="0" dirty="0" err="1"/>
              <a:t>Scriberia</a:t>
            </a:r>
            <a:r>
              <a:rPr lang="en-US" noProof="0" dirty="0"/>
              <a:t> with The Turing Way community, and used under a CC-BY 4.0 </a:t>
            </a:r>
            <a:r>
              <a:rPr lang="en-US" noProof="0" dirty="0" err="1"/>
              <a:t>licence</a:t>
            </a:r>
            <a:r>
              <a:rPr lang="en-US" noProof="0" dirty="0"/>
              <a:t>. DOI: 10.5281/zenodo.3332807.</a:t>
            </a:r>
          </a:p>
        </p:txBody>
      </p:sp>
      <p:sp>
        <p:nvSpPr>
          <p:cNvPr id="5" name="Slide Number Placeholder 4">
            <a:extLst>
              <a:ext uri="{FF2B5EF4-FFF2-40B4-BE49-F238E27FC236}">
                <a16:creationId xmlns:a16="http://schemas.microsoft.com/office/drawing/2014/main" id="{2A672208-E81B-C7F8-FFB1-E1861E21664D}"/>
              </a:ext>
            </a:extLst>
          </p:cNvPr>
          <p:cNvSpPr>
            <a:spLocks noGrp="1"/>
          </p:cNvSpPr>
          <p:nvPr>
            <p:ph type="sldNum" sz="quarter" idx="15"/>
          </p:nvPr>
        </p:nvSpPr>
        <p:spPr>
          <a:xfrm>
            <a:off x="484316" y="4658190"/>
            <a:ext cx="187268" cy="273844"/>
          </a:xfrm>
        </p:spPr>
        <p:txBody>
          <a:bodyPr/>
          <a:lstStyle/>
          <a:p>
            <a:fld id="{E14D7B56-9DF5-4E8D-B448-5569FA30FAB2}" type="slidenum">
              <a:rPr lang="en-US" noProof="0" smtClean="0"/>
              <a:pPr/>
              <a:t>4</a:t>
            </a:fld>
            <a:endParaRPr lang="en-US" noProof="0" dirty="0"/>
          </a:p>
        </p:txBody>
      </p:sp>
      <p:pic>
        <p:nvPicPr>
          <p:cNvPr id="1026" name="Picture 2">
            <a:extLst>
              <a:ext uri="{FF2B5EF4-FFF2-40B4-BE49-F238E27FC236}">
                <a16:creationId xmlns:a16="http://schemas.microsoft.com/office/drawing/2014/main" id="{85B4CA8E-7054-B489-315C-0A2A40883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444" y="767562"/>
            <a:ext cx="5835820" cy="380443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2F3C65B-1123-974F-5945-50402D1703A0}"/>
              </a:ext>
            </a:extLst>
          </p:cNvPr>
          <p:cNvSpPr txBox="1"/>
          <p:nvPr/>
        </p:nvSpPr>
        <p:spPr>
          <a:xfrm>
            <a:off x="6844937" y="1711234"/>
            <a:ext cx="1691640" cy="1200329"/>
          </a:xfrm>
          <a:prstGeom prst="rect">
            <a:avLst/>
          </a:prstGeom>
          <a:noFill/>
        </p:spPr>
        <p:txBody>
          <a:bodyPr wrap="square" rtlCol="0">
            <a:spAutoFit/>
          </a:bodyPr>
          <a:lstStyle/>
          <a:p>
            <a:r>
              <a:rPr lang="en-US" noProof="0" dirty="0"/>
              <a:t>Same data</a:t>
            </a:r>
          </a:p>
          <a:p>
            <a:r>
              <a:rPr lang="en-US" noProof="0" dirty="0"/>
              <a:t>+Same tools</a:t>
            </a:r>
          </a:p>
          <a:p>
            <a:r>
              <a:rPr lang="en-US" noProof="0" dirty="0"/>
              <a:t>+Same code</a:t>
            </a:r>
          </a:p>
          <a:p>
            <a:r>
              <a:rPr lang="en-US" noProof="0" dirty="0"/>
              <a:t>=Same results</a:t>
            </a:r>
          </a:p>
        </p:txBody>
      </p:sp>
    </p:spTree>
    <p:extLst>
      <p:ext uri="{BB962C8B-B14F-4D97-AF65-F5344CB8AC3E}">
        <p14:creationId xmlns:p14="http://schemas.microsoft.com/office/powerpoint/2010/main" val="108636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807E9-CCB3-CA6F-C661-D4B56373C73F}"/>
              </a:ext>
            </a:extLst>
          </p:cNvPr>
          <p:cNvSpPr>
            <a:spLocks noGrp="1"/>
          </p:cNvSpPr>
          <p:nvPr>
            <p:ph type="title"/>
          </p:nvPr>
        </p:nvSpPr>
        <p:spPr/>
        <p:txBody>
          <a:bodyPr/>
          <a:lstStyle/>
          <a:p>
            <a:r>
              <a:rPr lang="en-US" noProof="0" dirty="0"/>
              <a:t>Imagine you sent your collaborator a report</a:t>
            </a:r>
          </a:p>
        </p:txBody>
      </p:sp>
      <p:sp>
        <p:nvSpPr>
          <p:cNvPr id="3" name="Text Placeholder 2">
            <a:extLst>
              <a:ext uri="{FF2B5EF4-FFF2-40B4-BE49-F238E27FC236}">
                <a16:creationId xmlns:a16="http://schemas.microsoft.com/office/drawing/2014/main" id="{F947A794-31AC-CA24-9A90-02D77C080B28}"/>
              </a:ext>
            </a:extLst>
          </p:cNvPr>
          <p:cNvSpPr>
            <a:spLocks noGrp="1"/>
          </p:cNvSpPr>
          <p:nvPr>
            <p:ph type="body" sz="quarter" idx="12"/>
          </p:nvPr>
        </p:nvSpPr>
        <p:spPr/>
        <p:txBody>
          <a:bodyPr/>
          <a:lstStyle/>
          <a:p>
            <a:r>
              <a:rPr lang="en-US" noProof="0" dirty="0"/>
              <a:t>…and after six months</a:t>
            </a:r>
          </a:p>
        </p:txBody>
      </p:sp>
      <p:sp>
        <p:nvSpPr>
          <p:cNvPr id="4" name="Text Placeholder 3">
            <a:extLst>
              <a:ext uri="{FF2B5EF4-FFF2-40B4-BE49-F238E27FC236}">
                <a16:creationId xmlns:a16="http://schemas.microsoft.com/office/drawing/2014/main" id="{D750AD35-7C2E-5D85-A16C-0DBF074B445B}"/>
              </a:ext>
            </a:extLst>
          </p:cNvPr>
          <p:cNvSpPr>
            <a:spLocks noGrp="1"/>
          </p:cNvSpPr>
          <p:nvPr>
            <p:ph type="body" sz="quarter" idx="13"/>
          </p:nvPr>
        </p:nvSpPr>
        <p:spPr/>
        <p:txBody>
          <a:bodyPr/>
          <a:lstStyle/>
          <a:p>
            <a:r>
              <a:rPr lang="en-US" noProof="0" dirty="0"/>
              <a:t>‘Could you please exclude those who under 18 and regenerate Figure 3?’</a:t>
            </a:r>
          </a:p>
          <a:p>
            <a:endParaRPr lang="en-US" noProof="0" dirty="0"/>
          </a:p>
          <a:p>
            <a:r>
              <a:rPr lang="en-US" noProof="0" dirty="0"/>
              <a:t>And your project folder looks like:</a:t>
            </a:r>
          </a:p>
          <a:p>
            <a:endParaRPr lang="en-US" noProof="0" dirty="0"/>
          </a:p>
        </p:txBody>
      </p:sp>
      <p:sp>
        <p:nvSpPr>
          <p:cNvPr id="6" name="Slide Number Placeholder 5">
            <a:extLst>
              <a:ext uri="{FF2B5EF4-FFF2-40B4-BE49-F238E27FC236}">
                <a16:creationId xmlns:a16="http://schemas.microsoft.com/office/drawing/2014/main" id="{BE9E8286-331F-56A4-A2AC-B93A58856BDB}"/>
              </a:ext>
            </a:extLst>
          </p:cNvPr>
          <p:cNvSpPr>
            <a:spLocks noGrp="1"/>
          </p:cNvSpPr>
          <p:nvPr>
            <p:ph type="sldNum" sz="quarter" idx="15"/>
          </p:nvPr>
        </p:nvSpPr>
        <p:spPr/>
        <p:txBody>
          <a:bodyPr/>
          <a:lstStyle/>
          <a:p>
            <a:fld id="{E14D7B56-9DF5-4E8D-B448-5569FA30FAB2}" type="slidenum">
              <a:rPr lang="en-US" noProof="0" smtClean="0"/>
              <a:pPr/>
              <a:t>5</a:t>
            </a:fld>
            <a:endParaRPr lang="en-US" noProof="0" dirty="0"/>
          </a:p>
        </p:txBody>
      </p:sp>
      <p:pic>
        <p:nvPicPr>
          <p:cNvPr id="8" name="Picture 7">
            <a:extLst>
              <a:ext uri="{FF2B5EF4-FFF2-40B4-BE49-F238E27FC236}">
                <a16:creationId xmlns:a16="http://schemas.microsoft.com/office/drawing/2014/main" id="{7F57A898-CFE6-5153-6A36-31284EA4EC23}"/>
              </a:ext>
            </a:extLst>
          </p:cNvPr>
          <p:cNvPicPr>
            <a:picLocks noChangeAspect="1"/>
          </p:cNvPicPr>
          <p:nvPr/>
        </p:nvPicPr>
        <p:blipFill>
          <a:blip r:embed="rId2"/>
          <a:srcRect t="2467"/>
          <a:stretch>
            <a:fillRect/>
          </a:stretch>
        </p:blipFill>
        <p:spPr>
          <a:xfrm>
            <a:off x="484316" y="2250831"/>
            <a:ext cx="2659695" cy="2253177"/>
          </a:xfrm>
          <a:prstGeom prst="rect">
            <a:avLst/>
          </a:prstGeom>
        </p:spPr>
      </p:pic>
      <p:sp>
        <p:nvSpPr>
          <p:cNvPr id="9" name="TextBox 8">
            <a:extLst>
              <a:ext uri="{FF2B5EF4-FFF2-40B4-BE49-F238E27FC236}">
                <a16:creationId xmlns:a16="http://schemas.microsoft.com/office/drawing/2014/main" id="{23C65312-1A72-27A5-F534-DEF1F77A55AE}"/>
              </a:ext>
            </a:extLst>
          </p:cNvPr>
          <p:cNvSpPr txBox="1"/>
          <p:nvPr/>
        </p:nvSpPr>
        <p:spPr>
          <a:xfrm>
            <a:off x="5055326" y="2731088"/>
            <a:ext cx="3357154" cy="646331"/>
          </a:xfrm>
          <a:prstGeom prst="rect">
            <a:avLst/>
          </a:prstGeom>
          <a:noFill/>
        </p:spPr>
        <p:txBody>
          <a:bodyPr wrap="square" rtlCol="0">
            <a:spAutoFit/>
          </a:bodyPr>
          <a:lstStyle/>
          <a:p>
            <a:r>
              <a:rPr lang="en-US" noProof="0" dirty="0"/>
              <a:t>You may struggle to find out which script you used…</a:t>
            </a:r>
          </a:p>
        </p:txBody>
      </p:sp>
      <p:sp>
        <p:nvSpPr>
          <p:cNvPr id="10" name="Arrow: Right 9">
            <a:extLst>
              <a:ext uri="{FF2B5EF4-FFF2-40B4-BE49-F238E27FC236}">
                <a16:creationId xmlns:a16="http://schemas.microsoft.com/office/drawing/2014/main" id="{D01C4522-1B50-6275-4C44-160CFA3F6C82}"/>
              </a:ext>
            </a:extLst>
          </p:cNvPr>
          <p:cNvSpPr/>
          <p:nvPr/>
        </p:nvSpPr>
        <p:spPr>
          <a:xfrm>
            <a:off x="3762103" y="2860766"/>
            <a:ext cx="809897" cy="4376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00520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5758-8DB8-DCEB-6C4E-204CD68F3E50}"/>
              </a:ext>
            </a:extLst>
          </p:cNvPr>
          <p:cNvSpPr>
            <a:spLocks noGrp="1"/>
          </p:cNvSpPr>
          <p:nvPr>
            <p:ph type="title"/>
          </p:nvPr>
        </p:nvSpPr>
        <p:spPr/>
        <p:txBody>
          <a:bodyPr/>
          <a:lstStyle/>
          <a:p>
            <a:r>
              <a:rPr lang="en-US" noProof="0" dirty="0"/>
              <a:t>One source of truth</a:t>
            </a:r>
          </a:p>
        </p:txBody>
      </p:sp>
      <p:sp>
        <p:nvSpPr>
          <p:cNvPr id="3" name="Text Placeholder 2">
            <a:extLst>
              <a:ext uri="{FF2B5EF4-FFF2-40B4-BE49-F238E27FC236}">
                <a16:creationId xmlns:a16="http://schemas.microsoft.com/office/drawing/2014/main" id="{94B24C90-DE37-33B6-418D-547CCBDCAF3B}"/>
              </a:ext>
            </a:extLst>
          </p:cNvPr>
          <p:cNvSpPr>
            <a:spLocks noGrp="1"/>
          </p:cNvSpPr>
          <p:nvPr>
            <p:ph type="body" sz="quarter" idx="12"/>
          </p:nvPr>
        </p:nvSpPr>
        <p:spPr/>
        <p:txBody>
          <a:bodyPr/>
          <a:lstStyle/>
          <a:p>
            <a:r>
              <a:rPr lang="en-US" noProof="0" dirty="0"/>
              <a:t>Quarto has everything in one place</a:t>
            </a:r>
          </a:p>
        </p:txBody>
      </p:sp>
      <p:sp>
        <p:nvSpPr>
          <p:cNvPr id="4" name="Text Placeholder 3">
            <a:extLst>
              <a:ext uri="{FF2B5EF4-FFF2-40B4-BE49-F238E27FC236}">
                <a16:creationId xmlns:a16="http://schemas.microsoft.com/office/drawing/2014/main" id="{28B1702D-2327-2209-02ED-AE087694D8C5}"/>
              </a:ext>
            </a:extLst>
          </p:cNvPr>
          <p:cNvSpPr>
            <a:spLocks noGrp="1"/>
          </p:cNvSpPr>
          <p:nvPr>
            <p:ph type="body" sz="quarter" idx="13"/>
          </p:nvPr>
        </p:nvSpPr>
        <p:spPr/>
        <p:txBody>
          <a:bodyPr/>
          <a:lstStyle/>
          <a:p>
            <a:r>
              <a:rPr lang="en-US" noProof="0" dirty="0"/>
              <a:t>Your narrative, your code, and your results should live in </a:t>
            </a:r>
            <a:r>
              <a:rPr lang="en-US" b="1" noProof="0" dirty="0"/>
              <a:t>one document</a:t>
            </a:r>
            <a:r>
              <a:rPr lang="en-US" noProof="0" dirty="0"/>
              <a:t> and be generated in </a:t>
            </a:r>
            <a:r>
              <a:rPr lang="en-US" b="1" noProof="0" dirty="0"/>
              <a:t>one step</a:t>
            </a:r>
            <a:r>
              <a:rPr lang="en-US" noProof="0" dirty="0"/>
              <a:t>.</a:t>
            </a:r>
          </a:p>
        </p:txBody>
      </p:sp>
      <p:sp>
        <p:nvSpPr>
          <p:cNvPr id="5" name="Footer Placeholder 4">
            <a:extLst>
              <a:ext uri="{FF2B5EF4-FFF2-40B4-BE49-F238E27FC236}">
                <a16:creationId xmlns:a16="http://schemas.microsoft.com/office/drawing/2014/main" id="{89BD1ABE-2CD1-CED3-06CD-582ADDB1BAFB}"/>
              </a:ext>
            </a:extLst>
          </p:cNvPr>
          <p:cNvSpPr>
            <a:spLocks noGrp="1"/>
          </p:cNvSpPr>
          <p:nvPr>
            <p:ph type="ftr" sz="quarter" idx="14"/>
          </p:nvPr>
        </p:nvSpPr>
        <p:spPr/>
        <p:txBody>
          <a:bodyPr/>
          <a:lstStyle/>
          <a:p>
            <a:endParaRPr lang="en-US" sz="900" noProof="0" dirty="0"/>
          </a:p>
        </p:txBody>
      </p:sp>
      <p:sp>
        <p:nvSpPr>
          <p:cNvPr id="6" name="Slide Number Placeholder 5">
            <a:extLst>
              <a:ext uri="{FF2B5EF4-FFF2-40B4-BE49-F238E27FC236}">
                <a16:creationId xmlns:a16="http://schemas.microsoft.com/office/drawing/2014/main" id="{C1F59283-8DAF-A4C3-CC3D-6151930193AB}"/>
              </a:ext>
            </a:extLst>
          </p:cNvPr>
          <p:cNvSpPr>
            <a:spLocks noGrp="1"/>
          </p:cNvSpPr>
          <p:nvPr>
            <p:ph type="sldNum" sz="quarter" idx="15"/>
          </p:nvPr>
        </p:nvSpPr>
        <p:spPr/>
        <p:txBody>
          <a:bodyPr/>
          <a:lstStyle/>
          <a:p>
            <a:fld id="{E14D7B56-9DF5-4E8D-B448-5569FA30FAB2}" type="slidenum">
              <a:rPr lang="en-US" noProof="0" smtClean="0"/>
              <a:pPr/>
              <a:t>6</a:t>
            </a:fld>
            <a:endParaRPr lang="en-US" noProof="0" dirty="0"/>
          </a:p>
        </p:txBody>
      </p:sp>
      <p:pic>
        <p:nvPicPr>
          <p:cNvPr id="9" name="Picture 8">
            <a:extLst>
              <a:ext uri="{FF2B5EF4-FFF2-40B4-BE49-F238E27FC236}">
                <a16:creationId xmlns:a16="http://schemas.microsoft.com/office/drawing/2014/main" id="{E1C9A2F9-C373-A05D-6915-E485529255A9}"/>
              </a:ext>
            </a:extLst>
          </p:cNvPr>
          <p:cNvPicPr>
            <a:picLocks noChangeAspect="1"/>
          </p:cNvPicPr>
          <p:nvPr/>
        </p:nvPicPr>
        <p:blipFill>
          <a:blip r:embed="rId2"/>
          <a:srcRect t="42627"/>
          <a:stretch>
            <a:fillRect/>
          </a:stretch>
        </p:blipFill>
        <p:spPr>
          <a:xfrm>
            <a:off x="1256848" y="3069771"/>
            <a:ext cx="1619476" cy="486433"/>
          </a:xfrm>
          <a:prstGeom prst="rect">
            <a:avLst/>
          </a:prstGeom>
        </p:spPr>
      </p:pic>
      <p:pic>
        <p:nvPicPr>
          <p:cNvPr id="10" name="Picture 9">
            <a:extLst>
              <a:ext uri="{FF2B5EF4-FFF2-40B4-BE49-F238E27FC236}">
                <a16:creationId xmlns:a16="http://schemas.microsoft.com/office/drawing/2014/main" id="{02C176FB-8F29-EFF3-EBB9-982A18C4650D}"/>
              </a:ext>
            </a:extLst>
          </p:cNvPr>
          <p:cNvPicPr>
            <a:picLocks noChangeAspect="1"/>
          </p:cNvPicPr>
          <p:nvPr/>
        </p:nvPicPr>
        <p:blipFill>
          <a:blip r:embed="rId2"/>
          <a:srcRect b="46652"/>
          <a:stretch>
            <a:fillRect/>
          </a:stretch>
        </p:blipFill>
        <p:spPr>
          <a:xfrm>
            <a:off x="4783024" y="3069771"/>
            <a:ext cx="1619476" cy="452302"/>
          </a:xfrm>
          <a:prstGeom prst="rect">
            <a:avLst/>
          </a:prstGeom>
        </p:spPr>
      </p:pic>
      <p:cxnSp>
        <p:nvCxnSpPr>
          <p:cNvPr id="12" name="Straight Arrow Connector 11">
            <a:extLst>
              <a:ext uri="{FF2B5EF4-FFF2-40B4-BE49-F238E27FC236}">
                <a16:creationId xmlns:a16="http://schemas.microsoft.com/office/drawing/2014/main" id="{93B38748-3B38-0F88-864D-09BC322D2F02}"/>
              </a:ext>
            </a:extLst>
          </p:cNvPr>
          <p:cNvCxnSpPr>
            <a:stCxn id="9" idx="3"/>
          </p:cNvCxnSpPr>
          <p:nvPr/>
        </p:nvCxnSpPr>
        <p:spPr>
          <a:xfrm flipV="1">
            <a:off x="2876324" y="3312987"/>
            <a:ext cx="171649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397C8EE-491C-3D7A-134C-A4304A8D7105}"/>
              </a:ext>
            </a:extLst>
          </p:cNvPr>
          <p:cNvSpPr txBox="1"/>
          <p:nvPr/>
        </p:nvSpPr>
        <p:spPr>
          <a:xfrm>
            <a:off x="2876324" y="2828109"/>
            <a:ext cx="1619476" cy="307777"/>
          </a:xfrm>
          <a:prstGeom prst="rect">
            <a:avLst/>
          </a:prstGeom>
          <a:noFill/>
        </p:spPr>
        <p:txBody>
          <a:bodyPr wrap="square" rtlCol="0">
            <a:spAutoFit/>
          </a:bodyPr>
          <a:lstStyle/>
          <a:p>
            <a:r>
              <a:rPr lang="en-US" sz="1400" noProof="0" dirty="0"/>
              <a:t>Directly generate</a:t>
            </a:r>
          </a:p>
        </p:txBody>
      </p:sp>
    </p:spTree>
    <p:extLst>
      <p:ext uri="{BB962C8B-B14F-4D97-AF65-F5344CB8AC3E}">
        <p14:creationId xmlns:p14="http://schemas.microsoft.com/office/powerpoint/2010/main" val="1563842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735C-3370-7030-6B34-F37CF4D0D740}"/>
              </a:ext>
            </a:extLst>
          </p:cNvPr>
          <p:cNvSpPr>
            <a:spLocks noGrp="1"/>
          </p:cNvSpPr>
          <p:nvPr>
            <p:ph type="title"/>
          </p:nvPr>
        </p:nvSpPr>
        <p:spPr/>
        <p:txBody>
          <a:bodyPr/>
          <a:lstStyle/>
          <a:p>
            <a:r>
              <a:rPr lang="de-CH" dirty="0" err="1"/>
              <a:t>Structure</a:t>
            </a:r>
            <a:r>
              <a:rPr lang="de-CH" dirty="0"/>
              <a:t> </a:t>
            </a:r>
            <a:r>
              <a:rPr lang="de-CH" dirty="0" err="1"/>
              <a:t>of</a:t>
            </a:r>
            <a:r>
              <a:rPr lang="de-CH" dirty="0"/>
              <a:t> a</a:t>
            </a:r>
            <a:br>
              <a:rPr lang="de-CH" dirty="0"/>
            </a:br>
            <a:r>
              <a:rPr lang="de-CH" dirty="0"/>
              <a:t>Quarto </a:t>
            </a:r>
            <a:r>
              <a:rPr lang="de-CH" dirty="0" err="1"/>
              <a:t>document</a:t>
            </a:r>
            <a:endParaRPr lang="de-CH" dirty="0"/>
          </a:p>
        </p:txBody>
      </p:sp>
    </p:spTree>
    <p:extLst>
      <p:ext uri="{BB962C8B-B14F-4D97-AF65-F5344CB8AC3E}">
        <p14:creationId xmlns:p14="http://schemas.microsoft.com/office/powerpoint/2010/main" val="3314655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8FC8A-6526-3B4D-9D86-C1962DA10A1D}"/>
              </a:ext>
            </a:extLst>
          </p:cNvPr>
          <p:cNvSpPr>
            <a:spLocks noGrp="1"/>
          </p:cNvSpPr>
          <p:nvPr>
            <p:ph type="title"/>
          </p:nvPr>
        </p:nvSpPr>
        <p:spPr/>
        <p:txBody>
          <a:bodyPr/>
          <a:lstStyle/>
          <a:p>
            <a:r>
              <a:rPr lang="en-US" noProof="0" dirty="0"/>
              <a:t>Structure of Quarto document</a:t>
            </a:r>
          </a:p>
        </p:txBody>
      </p:sp>
      <p:sp>
        <p:nvSpPr>
          <p:cNvPr id="5" name="Footer Placeholder 4">
            <a:extLst>
              <a:ext uri="{FF2B5EF4-FFF2-40B4-BE49-F238E27FC236}">
                <a16:creationId xmlns:a16="http://schemas.microsoft.com/office/drawing/2014/main" id="{5DF7E4B0-A9CC-2B25-6DE3-0B79B72A204E}"/>
              </a:ext>
            </a:extLst>
          </p:cNvPr>
          <p:cNvSpPr>
            <a:spLocks noGrp="1"/>
          </p:cNvSpPr>
          <p:nvPr>
            <p:ph type="ftr" sz="quarter" idx="14"/>
          </p:nvPr>
        </p:nvSpPr>
        <p:spPr/>
        <p:txBody>
          <a:bodyPr/>
          <a:lstStyle/>
          <a:p>
            <a:endParaRPr lang="en-US" sz="900" noProof="0" dirty="0"/>
          </a:p>
        </p:txBody>
      </p:sp>
      <p:sp>
        <p:nvSpPr>
          <p:cNvPr id="6" name="Slide Number Placeholder 5">
            <a:extLst>
              <a:ext uri="{FF2B5EF4-FFF2-40B4-BE49-F238E27FC236}">
                <a16:creationId xmlns:a16="http://schemas.microsoft.com/office/drawing/2014/main" id="{2725CC9D-C134-0554-390C-9A2E06E66D36}"/>
              </a:ext>
            </a:extLst>
          </p:cNvPr>
          <p:cNvSpPr>
            <a:spLocks noGrp="1"/>
          </p:cNvSpPr>
          <p:nvPr>
            <p:ph type="sldNum" sz="quarter" idx="15"/>
          </p:nvPr>
        </p:nvSpPr>
        <p:spPr/>
        <p:txBody>
          <a:bodyPr/>
          <a:lstStyle/>
          <a:p>
            <a:fld id="{E14D7B56-9DF5-4E8D-B448-5569FA30FAB2}" type="slidenum">
              <a:rPr lang="en-US" noProof="0" smtClean="0"/>
              <a:pPr/>
              <a:t>8</a:t>
            </a:fld>
            <a:endParaRPr lang="en-US" noProof="0" dirty="0"/>
          </a:p>
        </p:txBody>
      </p:sp>
      <p:pic>
        <p:nvPicPr>
          <p:cNvPr id="2050" name="Picture 2">
            <a:extLst>
              <a:ext uri="{FF2B5EF4-FFF2-40B4-BE49-F238E27FC236}">
                <a16:creationId xmlns:a16="http://schemas.microsoft.com/office/drawing/2014/main" id="{4FB77D6B-00A8-3A75-6E1D-92B2EF65B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4506" y="896760"/>
            <a:ext cx="6636631" cy="3631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3222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1C029-6B79-7850-546C-7143D1278B34}"/>
              </a:ext>
            </a:extLst>
          </p:cNvPr>
          <p:cNvSpPr>
            <a:spLocks noGrp="1"/>
          </p:cNvSpPr>
          <p:nvPr>
            <p:ph type="title"/>
          </p:nvPr>
        </p:nvSpPr>
        <p:spPr/>
        <p:txBody>
          <a:bodyPr/>
          <a:lstStyle/>
          <a:p>
            <a:r>
              <a:rPr lang="en-US" noProof="0" dirty="0"/>
              <a:t>Structure of Quarto document</a:t>
            </a:r>
          </a:p>
        </p:txBody>
      </p:sp>
      <p:sp>
        <p:nvSpPr>
          <p:cNvPr id="3" name="Text Placeholder 2">
            <a:extLst>
              <a:ext uri="{FF2B5EF4-FFF2-40B4-BE49-F238E27FC236}">
                <a16:creationId xmlns:a16="http://schemas.microsoft.com/office/drawing/2014/main" id="{5617D1D3-A163-C0C8-C072-B24963E6F8C6}"/>
              </a:ext>
            </a:extLst>
          </p:cNvPr>
          <p:cNvSpPr>
            <a:spLocks noGrp="1"/>
          </p:cNvSpPr>
          <p:nvPr>
            <p:ph type="body" sz="quarter" idx="12"/>
          </p:nvPr>
        </p:nvSpPr>
        <p:spPr/>
        <p:txBody>
          <a:bodyPr/>
          <a:lstStyle/>
          <a:p>
            <a:r>
              <a:rPr lang="en-US" noProof="0" dirty="0"/>
              <a:t>YAML header</a:t>
            </a:r>
          </a:p>
        </p:txBody>
      </p:sp>
      <p:sp>
        <p:nvSpPr>
          <p:cNvPr id="6" name="Slide Number Placeholder 5">
            <a:extLst>
              <a:ext uri="{FF2B5EF4-FFF2-40B4-BE49-F238E27FC236}">
                <a16:creationId xmlns:a16="http://schemas.microsoft.com/office/drawing/2014/main" id="{8F265145-DFB8-BF1E-483A-ACBFE39D0BD2}"/>
              </a:ext>
            </a:extLst>
          </p:cNvPr>
          <p:cNvSpPr>
            <a:spLocks noGrp="1"/>
          </p:cNvSpPr>
          <p:nvPr>
            <p:ph type="sldNum" sz="quarter" idx="15"/>
          </p:nvPr>
        </p:nvSpPr>
        <p:spPr/>
        <p:txBody>
          <a:bodyPr/>
          <a:lstStyle/>
          <a:p>
            <a:fld id="{E14D7B56-9DF5-4E8D-B448-5569FA30FAB2}" type="slidenum">
              <a:rPr lang="en-US" noProof="0" smtClean="0"/>
              <a:pPr/>
              <a:t>9</a:t>
            </a:fld>
            <a:endParaRPr lang="en-US" noProof="0" dirty="0"/>
          </a:p>
        </p:txBody>
      </p:sp>
      <p:pic>
        <p:nvPicPr>
          <p:cNvPr id="8" name="Picture 7">
            <a:extLst>
              <a:ext uri="{FF2B5EF4-FFF2-40B4-BE49-F238E27FC236}">
                <a16:creationId xmlns:a16="http://schemas.microsoft.com/office/drawing/2014/main" id="{ADB59A40-E37D-A142-BBE2-2F1A0AFDDAE8}"/>
              </a:ext>
            </a:extLst>
          </p:cNvPr>
          <p:cNvPicPr>
            <a:picLocks noChangeAspect="1"/>
          </p:cNvPicPr>
          <p:nvPr/>
        </p:nvPicPr>
        <p:blipFill>
          <a:blip r:embed="rId2"/>
          <a:stretch>
            <a:fillRect/>
          </a:stretch>
        </p:blipFill>
        <p:spPr>
          <a:xfrm>
            <a:off x="4148727" y="709830"/>
            <a:ext cx="3615872" cy="3857334"/>
          </a:xfrm>
          <a:prstGeom prst="rect">
            <a:avLst/>
          </a:prstGeom>
        </p:spPr>
      </p:pic>
      <p:sp>
        <p:nvSpPr>
          <p:cNvPr id="9" name="TextBox 8">
            <a:extLst>
              <a:ext uri="{FF2B5EF4-FFF2-40B4-BE49-F238E27FC236}">
                <a16:creationId xmlns:a16="http://schemas.microsoft.com/office/drawing/2014/main" id="{AE3F550F-F66F-C358-60C2-5545B7C2F0E2}"/>
              </a:ext>
            </a:extLst>
          </p:cNvPr>
          <p:cNvSpPr txBox="1"/>
          <p:nvPr/>
        </p:nvSpPr>
        <p:spPr>
          <a:xfrm>
            <a:off x="484315" y="1547949"/>
            <a:ext cx="3303913" cy="1169551"/>
          </a:xfrm>
          <a:prstGeom prst="rect">
            <a:avLst/>
          </a:prstGeom>
          <a:noFill/>
        </p:spPr>
        <p:txBody>
          <a:bodyPr wrap="square" rtlCol="0">
            <a:spAutoFit/>
          </a:bodyPr>
          <a:lstStyle/>
          <a:p>
            <a:pPr marL="285750" indent="-285750">
              <a:buFont typeface="Arial" panose="020B0604020202020204" pitchFamily="34" charset="0"/>
              <a:buChar char="•"/>
            </a:pPr>
            <a:r>
              <a:rPr lang="en-US" sz="1400" noProof="0" dirty="0"/>
              <a:t>Contains commands and metadata.</a:t>
            </a:r>
          </a:p>
          <a:p>
            <a:pPr marL="285750" indent="-285750">
              <a:buFont typeface="Arial" panose="020B0604020202020204" pitchFamily="34" charset="0"/>
              <a:buChar char="•"/>
            </a:pPr>
            <a:r>
              <a:rPr lang="en-US" sz="1400" noProof="0" dirty="0"/>
              <a:t>One header at the top of the document.</a:t>
            </a:r>
          </a:p>
          <a:p>
            <a:pPr marL="285750" indent="-285750">
              <a:buFont typeface="Arial" panose="020B0604020202020204" pitchFamily="34" charset="0"/>
              <a:buChar char="•"/>
            </a:pPr>
            <a:r>
              <a:rPr lang="en-US" sz="1400" noProof="0" dirty="0"/>
              <a:t>Surrounded by `---` on the top and bottom of the section.</a:t>
            </a:r>
          </a:p>
        </p:txBody>
      </p:sp>
    </p:spTree>
    <p:extLst>
      <p:ext uri="{BB962C8B-B14F-4D97-AF65-F5344CB8AC3E}">
        <p14:creationId xmlns:p14="http://schemas.microsoft.com/office/powerpoint/2010/main" val="1125062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75BD-D087-2F02-1603-FA0BD3CD7A9F}"/>
              </a:ext>
            </a:extLst>
          </p:cNvPr>
          <p:cNvSpPr>
            <a:spLocks noGrp="1"/>
          </p:cNvSpPr>
          <p:nvPr>
            <p:ph type="title"/>
          </p:nvPr>
        </p:nvSpPr>
        <p:spPr/>
        <p:txBody>
          <a:bodyPr/>
          <a:lstStyle/>
          <a:p>
            <a:r>
              <a:rPr lang="en-US" noProof="0" dirty="0"/>
              <a:t>Structure of Quarto document</a:t>
            </a:r>
          </a:p>
        </p:txBody>
      </p:sp>
      <p:sp>
        <p:nvSpPr>
          <p:cNvPr id="3" name="Text Placeholder 2">
            <a:extLst>
              <a:ext uri="{FF2B5EF4-FFF2-40B4-BE49-F238E27FC236}">
                <a16:creationId xmlns:a16="http://schemas.microsoft.com/office/drawing/2014/main" id="{E6632A05-43FA-B96A-D0B0-578297D4752A}"/>
              </a:ext>
            </a:extLst>
          </p:cNvPr>
          <p:cNvSpPr>
            <a:spLocks noGrp="1"/>
          </p:cNvSpPr>
          <p:nvPr>
            <p:ph type="body" sz="quarter" idx="12"/>
          </p:nvPr>
        </p:nvSpPr>
        <p:spPr/>
        <p:txBody>
          <a:bodyPr/>
          <a:lstStyle/>
          <a:p>
            <a:r>
              <a:rPr lang="en-US" noProof="0" dirty="0"/>
              <a:t>Markdown text</a:t>
            </a:r>
          </a:p>
        </p:txBody>
      </p:sp>
      <p:sp>
        <p:nvSpPr>
          <p:cNvPr id="6" name="Slide Number Placeholder 5">
            <a:extLst>
              <a:ext uri="{FF2B5EF4-FFF2-40B4-BE49-F238E27FC236}">
                <a16:creationId xmlns:a16="http://schemas.microsoft.com/office/drawing/2014/main" id="{B938E429-A963-D7E2-5D5C-934E83A7076C}"/>
              </a:ext>
            </a:extLst>
          </p:cNvPr>
          <p:cNvSpPr>
            <a:spLocks noGrp="1"/>
          </p:cNvSpPr>
          <p:nvPr>
            <p:ph type="sldNum" sz="quarter" idx="15"/>
          </p:nvPr>
        </p:nvSpPr>
        <p:spPr/>
        <p:txBody>
          <a:bodyPr/>
          <a:lstStyle/>
          <a:p>
            <a:fld id="{E14D7B56-9DF5-4E8D-B448-5569FA30FAB2}" type="slidenum">
              <a:rPr lang="en-US" noProof="0" smtClean="0"/>
              <a:pPr/>
              <a:t>10</a:t>
            </a:fld>
            <a:endParaRPr lang="en-US" noProof="0" dirty="0"/>
          </a:p>
        </p:txBody>
      </p:sp>
      <p:pic>
        <p:nvPicPr>
          <p:cNvPr id="8" name="Picture 7">
            <a:extLst>
              <a:ext uri="{FF2B5EF4-FFF2-40B4-BE49-F238E27FC236}">
                <a16:creationId xmlns:a16="http://schemas.microsoft.com/office/drawing/2014/main" id="{0DA3CFC9-21E3-C652-D8D2-943E8E79710B}"/>
              </a:ext>
            </a:extLst>
          </p:cNvPr>
          <p:cNvPicPr>
            <a:picLocks noChangeAspect="1"/>
          </p:cNvPicPr>
          <p:nvPr/>
        </p:nvPicPr>
        <p:blipFill>
          <a:blip r:embed="rId2"/>
          <a:stretch>
            <a:fillRect/>
          </a:stretch>
        </p:blipFill>
        <p:spPr>
          <a:xfrm>
            <a:off x="5537729" y="982880"/>
            <a:ext cx="3369972" cy="2806125"/>
          </a:xfrm>
          <a:prstGeom prst="rect">
            <a:avLst/>
          </a:prstGeom>
        </p:spPr>
      </p:pic>
      <p:sp>
        <p:nvSpPr>
          <p:cNvPr id="11" name="TextBox 10">
            <a:extLst>
              <a:ext uri="{FF2B5EF4-FFF2-40B4-BE49-F238E27FC236}">
                <a16:creationId xmlns:a16="http://schemas.microsoft.com/office/drawing/2014/main" id="{5C7FBF6F-6827-BFDF-4C94-E426088EF868}"/>
              </a:ext>
            </a:extLst>
          </p:cNvPr>
          <p:cNvSpPr txBox="1"/>
          <p:nvPr/>
        </p:nvSpPr>
        <p:spPr>
          <a:xfrm>
            <a:off x="484316" y="1482634"/>
            <a:ext cx="2755273" cy="954107"/>
          </a:xfrm>
          <a:prstGeom prst="rect">
            <a:avLst/>
          </a:prstGeom>
          <a:noFill/>
        </p:spPr>
        <p:txBody>
          <a:bodyPr wrap="square" rtlCol="0">
            <a:spAutoFit/>
          </a:bodyPr>
          <a:lstStyle/>
          <a:p>
            <a:pPr marL="285750" indent="-285750">
              <a:buFont typeface="Arial" panose="020B0604020202020204" pitchFamily="34" charset="0"/>
              <a:buChar char="•"/>
            </a:pPr>
            <a:r>
              <a:rPr lang="en-US" sz="1400" noProof="0" dirty="0"/>
              <a:t>A markup language, which can have formatting.</a:t>
            </a:r>
          </a:p>
          <a:p>
            <a:pPr marL="285750" indent="-285750">
              <a:buFont typeface="Arial" panose="020B0604020202020204" pitchFamily="34" charset="0"/>
              <a:buChar char="•"/>
            </a:pPr>
            <a:r>
              <a:rPr lang="en-US" sz="1400" noProof="0" dirty="0"/>
              <a:t>This is where you have your free text.</a:t>
            </a:r>
          </a:p>
        </p:txBody>
      </p:sp>
      <p:pic>
        <p:nvPicPr>
          <p:cNvPr id="13" name="Picture 12">
            <a:extLst>
              <a:ext uri="{FF2B5EF4-FFF2-40B4-BE49-F238E27FC236}">
                <a16:creationId xmlns:a16="http://schemas.microsoft.com/office/drawing/2014/main" id="{98187CA7-D976-C6DA-3A06-831EA22018A5}"/>
              </a:ext>
            </a:extLst>
          </p:cNvPr>
          <p:cNvPicPr>
            <a:picLocks noChangeAspect="1"/>
          </p:cNvPicPr>
          <p:nvPr/>
        </p:nvPicPr>
        <p:blipFill>
          <a:blip r:embed="rId3"/>
          <a:stretch>
            <a:fillRect/>
          </a:stretch>
        </p:blipFill>
        <p:spPr>
          <a:xfrm>
            <a:off x="397263" y="3228678"/>
            <a:ext cx="4741817" cy="560327"/>
          </a:xfrm>
          <a:prstGeom prst="rect">
            <a:avLst/>
          </a:prstGeom>
        </p:spPr>
      </p:pic>
    </p:spTree>
    <p:extLst>
      <p:ext uri="{BB962C8B-B14F-4D97-AF65-F5344CB8AC3E}">
        <p14:creationId xmlns:p14="http://schemas.microsoft.com/office/powerpoint/2010/main" val="1173449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BBFAD-9AE0-B798-9BEF-EAEF134009C2}"/>
              </a:ext>
            </a:extLst>
          </p:cNvPr>
          <p:cNvSpPr>
            <a:spLocks noGrp="1"/>
          </p:cNvSpPr>
          <p:nvPr>
            <p:ph type="title"/>
          </p:nvPr>
        </p:nvSpPr>
        <p:spPr/>
        <p:txBody>
          <a:bodyPr/>
          <a:lstStyle/>
          <a:p>
            <a:r>
              <a:rPr lang="en-US" noProof="0" dirty="0"/>
              <a:t>Structure of Quarto document</a:t>
            </a:r>
          </a:p>
        </p:txBody>
      </p:sp>
      <p:sp>
        <p:nvSpPr>
          <p:cNvPr id="3" name="Text Placeholder 2">
            <a:extLst>
              <a:ext uri="{FF2B5EF4-FFF2-40B4-BE49-F238E27FC236}">
                <a16:creationId xmlns:a16="http://schemas.microsoft.com/office/drawing/2014/main" id="{C0CE72A9-2715-84C5-D4EF-AD6D0DCB6D78}"/>
              </a:ext>
            </a:extLst>
          </p:cNvPr>
          <p:cNvSpPr>
            <a:spLocks noGrp="1"/>
          </p:cNvSpPr>
          <p:nvPr>
            <p:ph type="body" sz="quarter" idx="12"/>
          </p:nvPr>
        </p:nvSpPr>
        <p:spPr/>
        <p:txBody>
          <a:bodyPr/>
          <a:lstStyle/>
          <a:p>
            <a:r>
              <a:rPr lang="en-US" noProof="0" dirty="0"/>
              <a:t>Code blocks</a:t>
            </a:r>
          </a:p>
        </p:txBody>
      </p:sp>
      <p:sp>
        <p:nvSpPr>
          <p:cNvPr id="6" name="Slide Number Placeholder 5">
            <a:extLst>
              <a:ext uri="{FF2B5EF4-FFF2-40B4-BE49-F238E27FC236}">
                <a16:creationId xmlns:a16="http://schemas.microsoft.com/office/drawing/2014/main" id="{66DAF691-6851-DE6F-DD22-2EE520CB3A06}"/>
              </a:ext>
            </a:extLst>
          </p:cNvPr>
          <p:cNvSpPr>
            <a:spLocks noGrp="1"/>
          </p:cNvSpPr>
          <p:nvPr>
            <p:ph type="sldNum" sz="quarter" idx="15"/>
          </p:nvPr>
        </p:nvSpPr>
        <p:spPr/>
        <p:txBody>
          <a:bodyPr/>
          <a:lstStyle/>
          <a:p>
            <a:fld id="{E14D7B56-9DF5-4E8D-B448-5569FA30FAB2}" type="slidenum">
              <a:rPr lang="en-US" noProof="0" smtClean="0"/>
              <a:pPr/>
              <a:t>11</a:t>
            </a:fld>
            <a:endParaRPr lang="en-US" noProof="0" dirty="0"/>
          </a:p>
        </p:txBody>
      </p:sp>
      <p:pic>
        <p:nvPicPr>
          <p:cNvPr id="8" name="Picture 7">
            <a:extLst>
              <a:ext uri="{FF2B5EF4-FFF2-40B4-BE49-F238E27FC236}">
                <a16:creationId xmlns:a16="http://schemas.microsoft.com/office/drawing/2014/main" id="{B758E852-1901-396C-95F6-EF33376ED073}"/>
              </a:ext>
            </a:extLst>
          </p:cNvPr>
          <p:cNvPicPr>
            <a:picLocks noChangeAspect="1"/>
          </p:cNvPicPr>
          <p:nvPr/>
        </p:nvPicPr>
        <p:blipFill>
          <a:blip r:embed="rId2"/>
          <a:stretch>
            <a:fillRect/>
          </a:stretch>
        </p:blipFill>
        <p:spPr>
          <a:xfrm>
            <a:off x="4572000" y="767562"/>
            <a:ext cx="3560332" cy="3737276"/>
          </a:xfrm>
          <a:prstGeom prst="rect">
            <a:avLst/>
          </a:prstGeom>
        </p:spPr>
      </p:pic>
      <p:sp>
        <p:nvSpPr>
          <p:cNvPr id="10" name="TextBox 9">
            <a:extLst>
              <a:ext uri="{FF2B5EF4-FFF2-40B4-BE49-F238E27FC236}">
                <a16:creationId xmlns:a16="http://schemas.microsoft.com/office/drawing/2014/main" id="{9879BEEF-EEA9-4B10-9EF2-52DE3738FB2F}"/>
              </a:ext>
            </a:extLst>
          </p:cNvPr>
          <p:cNvSpPr txBox="1"/>
          <p:nvPr/>
        </p:nvSpPr>
        <p:spPr>
          <a:xfrm>
            <a:off x="484316" y="1417320"/>
            <a:ext cx="3297381" cy="1384995"/>
          </a:xfrm>
          <a:prstGeom prst="rect">
            <a:avLst/>
          </a:prstGeom>
          <a:noFill/>
        </p:spPr>
        <p:txBody>
          <a:bodyPr wrap="square" rtlCol="0">
            <a:spAutoFit/>
          </a:bodyPr>
          <a:lstStyle/>
          <a:p>
            <a:pPr marL="285750" indent="-285750">
              <a:buFont typeface="Arial" panose="020B0604020202020204" pitchFamily="34" charset="0"/>
              <a:buChar char="•"/>
            </a:pPr>
            <a:r>
              <a:rPr lang="en-US" sz="1400" noProof="0" dirty="0"/>
              <a:t>This is where you write your executable commands, e.g. R.</a:t>
            </a:r>
          </a:p>
          <a:p>
            <a:pPr marL="285750" indent="-285750">
              <a:buFont typeface="Arial" panose="020B0604020202020204" pitchFamily="34" charset="0"/>
              <a:buChar char="•"/>
            </a:pPr>
            <a:r>
              <a:rPr lang="en-US" sz="1400" noProof="0" dirty="0"/>
              <a:t>They are identified by language name surrounded by braces, e.g. {r}</a:t>
            </a:r>
          </a:p>
          <a:p>
            <a:pPr marL="285750" indent="-285750">
              <a:buFont typeface="Arial" panose="020B0604020202020204" pitchFamily="34" charset="0"/>
              <a:buChar char="•"/>
            </a:pPr>
            <a:r>
              <a:rPr lang="en-US" sz="1400" noProof="0" dirty="0"/>
              <a:t>You can have cell level options at the top of the code block.</a:t>
            </a:r>
          </a:p>
        </p:txBody>
      </p:sp>
    </p:spTree>
    <p:extLst>
      <p:ext uri="{BB962C8B-B14F-4D97-AF65-F5344CB8AC3E}">
        <p14:creationId xmlns:p14="http://schemas.microsoft.com/office/powerpoint/2010/main" val="1446339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91211-FD81-D597-2FBD-0E22C98DD915}"/>
              </a:ext>
            </a:extLst>
          </p:cNvPr>
          <p:cNvSpPr>
            <a:spLocks noGrp="1"/>
          </p:cNvSpPr>
          <p:nvPr>
            <p:ph type="title"/>
          </p:nvPr>
        </p:nvSpPr>
        <p:spPr/>
        <p:txBody>
          <a:bodyPr/>
          <a:lstStyle/>
          <a:p>
            <a:r>
              <a:rPr lang="en-US" noProof="0" dirty="0"/>
              <a:t>Structure of Quarto document</a:t>
            </a:r>
          </a:p>
        </p:txBody>
      </p:sp>
      <p:sp>
        <p:nvSpPr>
          <p:cNvPr id="3" name="Text Placeholder 2">
            <a:extLst>
              <a:ext uri="{FF2B5EF4-FFF2-40B4-BE49-F238E27FC236}">
                <a16:creationId xmlns:a16="http://schemas.microsoft.com/office/drawing/2014/main" id="{332AAE9B-3C99-59D6-9C6A-E654E851AF5E}"/>
              </a:ext>
            </a:extLst>
          </p:cNvPr>
          <p:cNvSpPr>
            <a:spLocks noGrp="1"/>
          </p:cNvSpPr>
          <p:nvPr>
            <p:ph type="body" sz="quarter" idx="12"/>
          </p:nvPr>
        </p:nvSpPr>
        <p:spPr/>
        <p:txBody>
          <a:bodyPr/>
          <a:lstStyle/>
          <a:p>
            <a:r>
              <a:rPr lang="en-US" noProof="0" dirty="0"/>
              <a:t>Output</a:t>
            </a:r>
          </a:p>
        </p:txBody>
      </p:sp>
      <p:sp>
        <p:nvSpPr>
          <p:cNvPr id="6" name="Slide Number Placeholder 5">
            <a:extLst>
              <a:ext uri="{FF2B5EF4-FFF2-40B4-BE49-F238E27FC236}">
                <a16:creationId xmlns:a16="http://schemas.microsoft.com/office/drawing/2014/main" id="{552C8C9F-A250-F3A2-8DF5-7EC88DEA5946}"/>
              </a:ext>
            </a:extLst>
          </p:cNvPr>
          <p:cNvSpPr>
            <a:spLocks noGrp="1"/>
          </p:cNvSpPr>
          <p:nvPr>
            <p:ph type="sldNum" sz="quarter" idx="15"/>
          </p:nvPr>
        </p:nvSpPr>
        <p:spPr/>
        <p:txBody>
          <a:bodyPr/>
          <a:lstStyle/>
          <a:p>
            <a:fld id="{E14D7B56-9DF5-4E8D-B448-5569FA30FAB2}" type="slidenum">
              <a:rPr lang="en-US" noProof="0" smtClean="0"/>
              <a:pPr/>
              <a:t>12</a:t>
            </a:fld>
            <a:endParaRPr lang="en-US" noProof="0" dirty="0"/>
          </a:p>
        </p:txBody>
      </p:sp>
      <p:pic>
        <p:nvPicPr>
          <p:cNvPr id="8" name="Picture 7">
            <a:extLst>
              <a:ext uri="{FF2B5EF4-FFF2-40B4-BE49-F238E27FC236}">
                <a16:creationId xmlns:a16="http://schemas.microsoft.com/office/drawing/2014/main" id="{EE588A41-CFC4-A7D5-C321-67001EBC1C70}"/>
              </a:ext>
            </a:extLst>
          </p:cNvPr>
          <p:cNvPicPr>
            <a:picLocks noChangeAspect="1"/>
          </p:cNvPicPr>
          <p:nvPr/>
        </p:nvPicPr>
        <p:blipFill>
          <a:blip r:embed="rId2"/>
          <a:stretch>
            <a:fillRect/>
          </a:stretch>
        </p:blipFill>
        <p:spPr>
          <a:xfrm>
            <a:off x="4712915" y="709830"/>
            <a:ext cx="3666908" cy="3835678"/>
          </a:xfrm>
          <a:prstGeom prst="rect">
            <a:avLst/>
          </a:prstGeom>
        </p:spPr>
      </p:pic>
      <p:sp>
        <p:nvSpPr>
          <p:cNvPr id="9" name="TextBox 8">
            <a:extLst>
              <a:ext uri="{FF2B5EF4-FFF2-40B4-BE49-F238E27FC236}">
                <a16:creationId xmlns:a16="http://schemas.microsoft.com/office/drawing/2014/main" id="{F66B6941-572F-08BC-E030-33D62E9B15B1}"/>
              </a:ext>
            </a:extLst>
          </p:cNvPr>
          <p:cNvSpPr txBox="1"/>
          <p:nvPr/>
        </p:nvSpPr>
        <p:spPr>
          <a:xfrm>
            <a:off x="671584" y="1371600"/>
            <a:ext cx="3051330" cy="738664"/>
          </a:xfrm>
          <a:prstGeom prst="rect">
            <a:avLst/>
          </a:prstGeom>
          <a:noFill/>
        </p:spPr>
        <p:txBody>
          <a:bodyPr wrap="square" rtlCol="0">
            <a:spAutoFit/>
          </a:bodyPr>
          <a:lstStyle/>
          <a:p>
            <a:pPr marL="285750" indent="-285750">
              <a:buFont typeface="Arial" panose="020B0604020202020204" pitchFamily="34" charset="0"/>
              <a:buChar char="•"/>
            </a:pPr>
            <a:r>
              <a:rPr lang="en-US" sz="1400" noProof="0" dirty="0"/>
              <a:t>Output of your code can be displayed inline in your IDE and/or in the rendered document.</a:t>
            </a:r>
          </a:p>
        </p:txBody>
      </p:sp>
    </p:spTree>
    <p:extLst>
      <p:ext uri="{BB962C8B-B14F-4D97-AF65-F5344CB8AC3E}">
        <p14:creationId xmlns:p14="http://schemas.microsoft.com/office/powerpoint/2010/main" val="953521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E6FE0-D5AD-305C-5E24-C630064D41A6}"/>
              </a:ext>
            </a:extLst>
          </p:cNvPr>
          <p:cNvSpPr>
            <a:spLocks noGrp="1"/>
          </p:cNvSpPr>
          <p:nvPr>
            <p:ph type="title"/>
          </p:nvPr>
        </p:nvSpPr>
        <p:spPr/>
        <p:txBody>
          <a:bodyPr/>
          <a:lstStyle/>
          <a:p>
            <a:r>
              <a:rPr lang="de-CH" dirty="0"/>
              <a:t>Quarto </a:t>
            </a:r>
            <a:r>
              <a:rPr lang="de-CH" dirty="0" err="1"/>
              <a:t>formats</a:t>
            </a:r>
            <a:endParaRPr lang="de-CH" dirty="0"/>
          </a:p>
        </p:txBody>
      </p:sp>
    </p:spTree>
    <p:extLst>
      <p:ext uri="{BB962C8B-B14F-4D97-AF65-F5344CB8AC3E}">
        <p14:creationId xmlns:p14="http://schemas.microsoft.com/office/powerpoint/2010/main" val="798051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3A114-A69F-BC43-FFB5-7BC40BEDAE96}"/>
              </a:ext>
            </a:extLst>
          </p:cNvPr>
          <p:cNvSpPr>
            <a:spLocks noGrp="1"/>
          </p:cNvSpPr>
          <p:nvPr>
            <p:ph type="title"/>
          </p:nvPr>
        </p:nvSpPr>
        <p:spPr/>
        <p:txBody>
          <a:bodyPr/>
          <a:lstStyle/>
          <a:p>
            <a:r>
              <a:rPr lang="de-CH" dirty="0"/>
              <a:t>Multi-format </a:t>
            </a:r>
            <a:r>
              <a:rPr lang="de-CH" dirty="0" err="1"/>
              <a:t>output</a:t>
            </a:r>
            <a:endParaRPr lang="de-CH" dirty="0"/>
          </a:p>
        </p:txBody>
      </p:sp>
      <p:sp>
        <p:nvSpPr>
          <p:cNvPr id="5" name="Footer Placeholder 4">
            <a:extLst>
              <a:ext uri="{FF2B5EF4-FFF2-40B4-BE49-F238E27FC236}">
                <a16:creationId xmlns:a16="http://schemas.microsoft.com/office/drawing/2014/main" id="{C2C8B40B-735A-DD24-BEBE-8A1A78E09243}"/>
              </a:ext>
            </a:extLst>
          </p:cNvPr>
          <p:cNvSpPr>
            <a:spLocks noGrp="1"/>
          </p:cNvSpPr>
          <p:nvPr>
            <p:ph type="ftr" sz="quarter" idx="14"/>
          </p:nvPr>
        </p:nvSpPr>
        <p:spPr/>
        <p:txBody>
          <a:bodyPr/>
          <a:lstStyle/>
          <a:p>
            <a:r>
              <a:rPr lang="de-CH" sz="900" dirty="0"/>
              <a:t>Artwork </a:t>
            </a:r>
            <a:r>
              <a:rPr lang="de-CH" sz="900" dirty="0" err="1"/>
              <a:t>by</a:t>
            </a:r>
            <a:r>
              <a:rPr lang="de-CH" sz="900" dirty="0"/>
              <a:t> Allison Horst.</a:t>
            </a:r>
          </a:p>
        </p:txBody>
      </p:sp>
      <p:sp>
        <p:nvSpPr>
          <p:cNvPr id="6" name="Slide Number Placeholder 5">
            <a:extLst>
              <a:ext uri="{FF2B5EF4-FFF2-40B4-BE49-F238E27FC236}">
                <a16:creationId xmlns:a16="http://schemas.microsoft.com/office/drawing/2014/main" id="{114645C7-0202-A184-5767-0D7509EFB32E}"/>
              </a:ext>
            </a:extLst>
          </p:cNvPr>
          <p:cNvSpPr>
            <a:spLocks noGrp="1"/>
          </p:cNvSpPr>
          <p:nvPr>
            <p:ph type="sldNum" sz="quarter" idx="15"/>
          </p:nvPr>
        </p:nvSpPr>
        <p:spPr/>
        <p:txBody>
          <a:bodyPr/>
          <a:lstStyle/>
          <a:p>
            <a:fld id="{E14D7B56-9DF5-4E8D-B448-5569FA30FAB2}" type="slidenum">
              <a:rPr lang="de-CH" smtClean="0"/>
              <a:pPr/>
              <a:t>14</a:t>
            </a:fld>
            <a:endParaRPr lang="de-CH"/>
          </a:p>
        </p:txBody>
      </p:sp>
      <p:pic>
        <p:nvPicPr>
          <p:cNvPr id="3074" name="Picture 2">
            <a:extLst>
              <a:ext uri="{FF2B5EF4-FFF2-40B4-BE49-F238E27FC236}">
                <a16:creationId xmlns:a16="http://schemas.microsoft.com/office/drawing/2014/main" id="{ECD8FF8B-7DD0-7B49-95DB-C145967A11A9}"/>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0" y="720725"/>
            <a:ext cx="9144000" cy="3700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900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86C28-9F43-D15D-F4CB-5AD4DAA7F0A5}"/>
              </a:ext>
            </a:extLst>
          </p:cNvPr>
          <p:cNvSpPr>
            <a:spLocks noGrp="1"/>
          </p:cNvSpPr>
          <p:nvPr>
            <p:ph type="title"/>
          </p:nvPr>
        </p:nvSpPr>
        <p:spPr/>
        <p:txBody>
          <a:bodyPr/>
          <a:lstStyle/>
          <a:p>
            <a:r>
              <a:rPr lang="de-CH" dirty="0"/>
              <a:t>Control </a:t>
            </a:r>
            <a:r>
              <a:rPr lang="de-CH" dirty="0" err="1"/>
              <a:t>output</a:t>
            </a:r>
            <a:r>
              <a:rPr lang="de-CH" dirty="0"/>
              <a:t> </a:t>
            </a:r>
            <a:r>
              <a:rPr lang="de-CH" dirty="0" err="1"/>
              <a:t>format</a:t>
            </a:r>
            <a:r>
              <a:rPr lang="de-CH" dirty="0"/>
              <a:t> in YAML </a:t>
            </a:r>
            <a:r>
              <a:rPr lang="de-CH" dirty="0" err="1"/>
              <a:t>header</a:t>
            </a:r>
            <a:endParaRPr lang="de-CH" dirty="0"/>
          </a:p>
        </p:txBody>
      </p:sp>
      <p:sp>
        <p:nvSpPr>
          <p:cNvPr id="5" name="Footer Placeholder 4">
            <a:extLst>
              <a:ext uri="{FF2B5EF4-FFF2-40B4-BE49-F238E27FC236}">
                <a16:creationId xmlns:a16="http://schemas.microsoft.com/office/drawing/2014/main" id="{B73A85B2-E3D8-6848-85B2-C369B20AA4B5}"/>
              </a:ext>
            </a:extLst>
          </p:cNvPr>
          <p:cNvSpPr>
            <a:spLocks noGrp="1"/>
          </p:cNvSpPr>
          <p:nvPr>
            <p:ph type="ftr" sz="quarter" idx="14"/>
          </p:nvPr>
        </p:nvSpPr>
        <p:spPr/>
        <p:txBody>
          <a:bodyPr/>
          <a:lstStyle/>
          <a:p>
            <a:r>
              <a:rPr lang="de-CH" dirty="0"/>
              <a:t>More </a:t>
            </a:r>
            <a:r>
              <a:rPr lang="de-CH" dirty="0" err="1"/>
              <a:t>options</a:t>
            </a:r>
            <a:r>
              <a:rPr lang="de-CH" dirty="0"/>
              <a:t> </a:t>
            </a:r>
            <a:r>
              <a:rPr lang="de-CH" dirty="0" err="1"/>
              <a:t>can</a:t>
            </a:r>
            <a:r>
              <a:rPr lang="de-CH" dirty="0"/>
              <a:t> </a:t>
            </a:r>
            <a:r>
              <a:rPr lang="de-CH" dirty="0" err="1"/>
              <a:t>be</a:t>
            </a:r>
            <a:r>
              <a:rPr lang="de-CH" dirty="0"/>
              <a:t> </a:t>
            </a:r>
            <a:r>
              <a:rPr lang="de-CH" dirty="0" err="1"/>
              <a:t>found</a:t>
            </a:r>
            <a:r>
              <a:rPr lang="de-CH" dirty="0"/>
              <a:t> in </a:t>
            </a:r>
            <a:r>
              <a:rPr lang="de-CH" dirty="0">
                <a:hlinkClick r:id="rId3"/>
              </a:rPr>
              <a:t>Guide – Quarto</a:t>
            </a:r>
            <a:r>
              <a:rPr lang="de-CH" dirty="0"/>
              <a:t>.</a:t>
            </a:r>
          </a:p>
        </p:txBody>
      </p:sp>
      <p:sp>
        <p:nvSpPr>
          <p:cNvPr id="6" name="Slide Number Placeholder 5">
            <a:extLst>
              <a:ext uri="{FF2B5EF4-FFF2-40B4-BE49-F238E27FC236}">
                <a16:creationId xmlns:a16="http://schemas.microsoft.com/office/drawing/2014/main" id="{6F956D96-20F9-D945-8AF9-FECFFB1F11C0}"/>
              </a:ext>
            </a:extLst>
          </p:cNvPr>
          <p:cNvSpPr>
            <a:spLocks noGrp="1"/>
          </p:cNvSpPr>
          <p:nvPr>
            <p:ph type="sldNum" sz="quarter" idx="15"/>
          </p:nvPr>
        </p:nvSpPr>
        <p:spPr/>
        <p:txBody>
          <a:bodyPr/>
          <a:lstStyle/>
          <a:p>
            <a:fld id="{E14D7B56-9DF5-4E8D-B448-5569FA30FAB2}" type="slidenum">
              <a:rPr lang="de-CH" smtClean="0"/>
              <a:pPr/>
              <a:t>15</a:t>
            </a:fld>
            <a:endParaRPr lang="de-CH"/>
          </a:p>
        </p:txBody>
      </p:sp>
      <p:pic>
        <p:nvPicPr>
          <p:cNvPr id="8" name="Picture 7">
            <a:extLst>
              <a:ext uri="{FF2B5EF4-FFF2-40B4-BE49-F238E27FC236}">
                <a16:creationId xmlns:a16="http://schemas.microsoft.com/office/drawing/2014/main" id="{F36523FE-851E-33FD-4543-197F426D7513}"/>
              </a:ext>
            </a:extLst>
          </p:cNvPr>
          <p:cNvPicPr>
            <a:picLocks noChangeAspect="1"/>
          </p:cNvPicPr>
          <p:nvPr/>
        </p:nvPicPr>
        <p:blipFill>
          <a:blip r:embed="rId4"/>
          <a:srcRect r="27023"/>
          <a:stretch>
            <a:fillRect/>
          </a:stretch>
        </p:blipFill>
        <p:spPr>
          <a:xfrm>
            <a:off x="427724" y="1021718"/>
            <a:ext cx="1890933" cy="657317"/>
          </a:xfrm>
          <a:prstGeom prst="rect">
            <a:avLst/>
          </a:prstGeom>
        </p:spPr>
      </p:pic>
      <p:pic>
        <p:nvPicPr>
          <p:cNvPr id="4" name="Picture 3">
            <a:extLst>
              <a:ext uri="{FF2B5EF4-FFF2-40B4-BE49-F238E27FC236}">
                <a16:creationId xmlns:a16="http://schemas.microsoft.com/office/drawing/2014/main" id="{F818546C-E5E2-45FE-006C-1BC667997610}"/>
              </a:ext>
            </a:extLst>
          </p:cNvPr>
          <p:cNvPicPr>
            <a:picLocks noChangeAspect="1"/>
          </p:cNvPicPr>
          <p:nvPr/>
        </p:nvPicPr>
        <p:blipFill>
          <a:blip r:embed="rId5"/>
          <a:stretch>
            <a:fillRect/>
          </a:stretch>
        </p:blipFill>
        <p:spPr>
          <a:xfrm>
            <a:off x="3284351" y="1002665"/>
            <a:ext cx="2000529" cy="666843"/>
          </a:xfrm>
          <a:prstGeom prst="rect">
            <a:avLst/>
          </a:prstGeom>
        </p:spPr>
      </p:pic>
      <p:pic>
        <p:nvPicPr>
          <p:cNvPr id="10" name="Picture 9">
            <a:extLst>
              <a:ext uri="{FF2B5EF4-FFF2-40B4-BE49-F238E27FC236}">
                <a16:creationId xmlns:a16="http://schemas.microsoft.com/office/drawing/2014/main" id="{4F2BDA42-D267-3F86-C9E9-13711098AFC0}"/>
              </a:ext>
            </a:extLst>
          </p:cNvPr>
          <p:cNvPicPr>
            <a:picLocks noChangeAspect="1"/>
          </p:cNvPicPr>
          <p:nvPr/>
        </p:nvPicPr>
        <p:blipFill>
          <a:blip r:embed="rId6"/>
          <a:stretch>
            <a:fillRect/>
          </a:stretch>
        </p:blipFill>
        <p:spPr>
          <a:xfrm>
            <a:off x="6381203" y="1021718"/>
            <a:ext cx="1676634" cy="647790"/>
          </a:xfrm>
          <a:prstGeom prst="rect">
            <a:avLst/>
          </a:prstGeom>
        </p:spPr>
      </p:pic>
      <p:pic>
        <p:nvPicPr>
          <p:cNvPr id="7" name="Picture 6">
            <a:extLst>
              <a:ext uri="{FF2B5EF4-FFF2-40B4-BE49-F238E27FC236}">
                <a16:creationId xmlns:a16="http://schemas.microsoft.com/office/drawing/2014/main" id="{A4CEFF4B-9ABD-D979-F57D-214E8589EF89}"/>
              </a:ext>
            </a:extLst>
          </p:cNvPr>
          <p:cNvPicPr>
            <a:picLocks noChangeAspect="1"/>
          </p:cNvPicPr>
          <p:nvPr/>
        </p:nvPicPr>
        <p:blipFill>
          <a:blip r:embed="rId7"/>
          <a:stretch>
            <a:fillRect/>
          </a:stretch>
        </p:blipFill>
        <p:spPr>
          <a:xfrm>
            <a:off x="315003" y="1900647"/>
            <a:ext cx="2498769" cy="2577172"/>
          </a:xfrm>
          <a:prstGeom prst="rect">
            <a:avLst/>
          </a:prstGeom>
        </p:spPr>
      </p:pic>
      <p:pic>
        <p:nvPicPr>
          <p:cNvPr id="11" name="Picture 10">
            <a:extLst>
              <a:ext uri="{FF2B5EF4-FFF2-40B4-BE49-F238E27FC236}">
                <a16:creationId xmlns:a16="http://schemas.microsoft.com/office/drawing/2014/main" id="{9360D4CD-16FA-50B9-B69C-3301AC705AD3}"/>
              </a:ext>
            </a:extLst>
          </p:cNvPr>
          <p:cNvPicPr>
            <a:picLocks noChangeAspect="1"/>
          </p:cNvPicPr>
          <p:nvPr/>
        </p:nvPicPr>
        <p:blipFill>
          <a:blip r:embed="rId8"/>
          <a:stretch>
            <a:fillRect/>
          </a:stretch>
        </p:blipFill>
        <p:spPr>
          <a:xfrm>
            <a:off x="3142085" y="1744345"/>
            <a:ext cx="2511333" cy="3242853"/>
          </a:xfrm>
          <a:prstGeom prst="rect">
            <a:avLst/>
          </a:prstGeom>
        </p:spPr>
      </p:pic>
      <p:pic>
        <p:nvPicPr>
          <p:cNvPr id="13" name="Picture 12">
            <a:extLst>
              <a:ext uri="{FF2B5EF4-FFF2-40B4-BE49-F238E27FC236}">
                <a16:creationId xmlns:a16="http://schemas.microsoft.com/office/drawing/2014/main" id="{38C7F6DE-08D0-F0E6-E0D1-DCF907AB9B9F}"/>
              </a:ext>
            </a:extLst>
          </p:cNvPr>
          <p:cNvPicPr>
            <a:picLocks noChangeAspect="1"/>
          </p:cNvPicPr>
          <p:nvPr/>
        </p:nvPicPr>
        <p:blipFill>
          <a:blip r:embed="rId9"/>
          <a:stretch>
            <a:fillRect/>
          </a:stretch>
        </p:blipFill>
        <p:spPr>
          <a:xfrm>
            <a:off x="6235912" y="1744345"/>
            <a:ext cx="2293932" cy="2785654"/>
          </a:xfrm>
          <a:prstGeom prst="rect">
            <a:avLst/>
          </a:prstGeom>
        </p:spPr>
      </p:pic>
    </p:spTree>
    <p:extLst>
      <p:ext uri="{BB962C8B-B14F-4D97-AF65-F5344CB8AC3E}">
        <p14:creationId xmlns:p14="http://schemas.microsoft.com/office/powerpoint/2010/main" val="1401046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DE1E4-B8B1-309D-8534-21026A68B979}"/>
              </a:ext>
            </a:extLst>
          </p:cNvPr>
          <p:cNvSpPr>
            <a:spLocks noGrp="1"/>
          </p:cNvSpPr>
          <p:nvPr>
            <p:ph type="title"/>
          </p:nvPr>
        </p:nvSpPr>
        <p:spPr/>
        <p:txBody>
          <a:bodyPr/>
          <a:lstStyle/>
          <a:p>
            <a:r>
              <a:rPr lang="de-CH" dirty="0"/>
              <a:t>Output </a:t>
            </a:r>
            <a:r>
              <a:rPr lang="de-CH" dirty="0" err="1"/>
              <a:t>options</a:t>
            </a:r>
            <a:endParaRPr lang="de-CH" dirty="0"/>
          </a:p>
        </p:txBody>
      </p:sp>
      <p:sp>
        <p:nvSpPr>
          <p:cNvPr id="6" name="Slide Number Placeholder 5">
            <a:extLst>
              <a:ext uri="{FF2B5EF4-FFF2-40B4-BE49-F238E27FC236}">
                <a16:creationId xmlns:a16="http://schemas.microsoft.com/office/drawing/2014/main" id="{E4324647-5296-76C6-B8E9-285E2B460DD9}"/>
              </a:ext>
            </a:extLst>
          </p:cNvPr>
          <p:cNvSpPr>
            <a:spLocks noGrp="1"/>
          </p:cNvSpPr>
          <p:nvPr>
            <p:ph type="sldNum" sz="quarter" idx="15"/>
          </p:nvPr>
        </p:nvSpPr>
        <p:spPr/>
        <p:txBody>
          <a:bodyPr/>
          <a:lstStyle/>
          <a:p>
            <a:fld id="{E14D7B56-9DF5-4E8D-B448-5569FA30FAB2}" type="slidenum">
              <a:rPr lang="de-CH" smtClean="0"/>
              <a:pPr/>
              <a:t>16</a:t>
            </a:fld>
            <a:endParaRPr lang="de-CH"/>
          </a:p>
        </p:txBody>
      </p:sp>
      <p:pic>
        <p:nvPicPr>
          <p:cNvPr id="8" name="Picture 7">
            <a:extLst>
              <a:ext uri="{FF2B5EF4-FFF2-40B4-BE49-F238E27FC236}">
                <a16:creationId xmlns:a16="http://schemas.microsoft.com/office/drawing/2014/main" id="{752E0999-4C6C-1E22-D7C5-0BA80E62AED8}"/>
              </a:ext>
            </a:extLst>
          </p:cNvPr>
          <p:cNvPicPr>
            <a:picLocks noChangeAspect="1"/>
          </p:cNvPicPr>
          <p:nvPr/>
        </p:nvPicPr>
        <p:blipFill>
          <a:blip r:embed="rId3"/>
          <a:stretch>
            <a:fillRect/>
          </a:stretch>
        </p:blipFill>
        <p:spPr>
          <a:xfrm>
            <a:off x="1052137" y="767562"/>
            <a:ext cx="7039725" cy="3648759"/>
          </a:xfrm>
          <a:prstGeom prst="rect">
            <a:avLst/>
          </a:prstGeom>
        </p:spPr>
      </p:pic>
    </p:spTree>
    <p:extLst>
      <p:ext uri="{BB962C8B-B14F-4D97-AF65-F5344CB8AC3E}">
        <p14:creationId xmlns:p14="http://schemas.microsoft.com/office/powerpoint/2010/main" val="1513292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3603C-D9B1-753B-C046-3DE9B04D2F11}"/>
              </a:ext>
            </a:extLst>
          </p:cNvPr>
          <p:cNvSpPr>
            <a:spLocks noGrp="1"/>
          </p:cNvSpPr>
          <p:nvPr>
            <p:ph type="title"/>
          </p:nvPr>
        </p:nvSpPr>
        <p:spPr/>
        <p:txBody>
          <a:bodyPr/>
          <a:lstStyle/>
          <a:p>
            <a:r>
              <a:rPr lang="en-US" dirty="0"/>
              <a:t>An example of output options</a:t>
            </a:r>
            <a:endParaRPr lang="de-CH" dirty="0"/>
          </a:p>
        </p:txBody>
      </p:sp>
      <p:sp>
        <p:nvSpPr>
          <p:cNvPr id="6" name="Slide Number Placeholder 5">
            <a:extLst>
              <a:ext uri="{FF2B5EF4-FFF2-40B4-BE49-F238E27FC236}">
                <a16:creationId xmlns:a16="http://schemas.microsoft.com/office/drawing/2014/main" id="{1BC657FD-BEA3-94D5-DA0B-218FD39EC328}"/>
              </a:ext>
            </a:extLst>
          </p:cNvPr>
          <p:cNvSpPr>
            <a:spLocks noGrp="1"/>
          </p:cNvSpPr>
          <p:nvPr>
            <p:ph type="sldNum" sz="quarter" idx="15"/>
          </p:nvPr>
        </p:nvSpPr>
        <p:spPr/>
        <p:txBody>
          <a:bodyPr/>
          <a:lstStyle/>
          <a:p>
            <a:fld id="{E14D7B56-9DF5-4E8D-B448-5569FA30FAB2}" type="slidenum">
              <a:rPr lang="de-CH" smtClean="0"/>
              <a:pPr/>
              <a:t>17</a:t>
            </a:fld>
            <a:endParaRPr lang="de-CH"/>
          </a:p>
        </p:txBody>
      </p:sp>
      <p:pic>
        <p:nvPicPr>
          <p:cNvPr id="8" name="Picture 7">
            <a:extLst>
              <a:ext uri="{FF2B5EF4-FFF2-40B4-BE49-F238E27FC236}">
                <a16:creationId xmlns:a16="http://schemas.microsoft.com/office/drawing/2014/main" id="{FDE43A58-BE58-34C0-EF09-0D6F2A9C8BDB}"/>
              </a:ext>
            </a:extLst>
          </p:cNvPr>
          <p:cNvPicPr>
            <a:picLocks noChangeAspect="1"/>
          </p:cNvPicPr>
          <p:nvPr/>
        </p:nvPicPr>
        <p:blipFill>
          <a:blip r:embed="rId3"/>
          <a:stretch>
            <a:fillRect/>
          </a:stretch>
        </p:blipFill>
        <p:spPr>
          <a:xfrm>
            <a:off x="2180931" y="840283"/>
            <a:ext cx="4782138" cy="3627100"/>
          </a:xfrm>
          <a:prstGeom prst="rect">
            <a:avLst/>
          </a:prstGeom>
        </p:spPr>
      </p:pic>
      <p:sp>
        <p:nvSpPr>
          <p:cNvPr id="9" name="Arrow: Left 8">
            <a:extLst>
              <a:ext uri="{FF2B5EF4-FFF2-40B4-BE49-F238E27FC236}">
                <a16:creationId xmlns:a16="http://schemas.microsoft.com/office/drawing/2014/main" id="{CF189283-A731-9961-394B-E5E554D515FF}"/>
              </a:ext>
            </a:extLst>
          </p:cNvPr>
          <p:cNvSpPr/>
          <p:nvPr/>
        </p:nvSpPr>
        <p:spPr>
          <a:xfrm>
            <a:off x="4056017" y="1182188"/>
            <a:ext cx="522514" cy="27384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0" name="TextBox 9">
            <a:extLst>
              <a:ext uri="{FF2B5EF4-FFF2-40B4-BE49-F238E27FC236}">
                <a16:creationId xmlns:a16="http://schemas.microsoft.com/office/drawing/2014/main" id="{9CEC5BAA-A8DA-05CC-8498-0800DBA0EDF5}"/>
              </a:ext>
            </a:extLst>
          </p:cNvPr>
          <p:cNvSpPr txBox="1"/>
          <p:nvPr/>
        </p:nvSpPr>
        <p:spPr>
          <a:xfrm>
            <a:off x="5035731" y="1012371"/>
            <a:ext cx="1737360" cy="738664"/>
          </a:xfrm>
          <a:prstGeom prst="rect">
            <a:avLst/>
          </a:prstGeom>
          <a:noFill/>
        </p:spPr>
        <p:txBody>
          <a:bodyPr wrap="square" rtlCol="0">
            <a:spAutoFit/>
          </a:bodyPr>
          <a:lstStyle/>
          <a:p>
            <a:r>
              <a:rPr lang="en-US" sz="1400" dirty="0"/>
              <a:t>Can be in the YAML header to become global options</a:t>
            </a:r>
            <a:endParaRPr lang="de-CH" sz="1400" dirty="0"/>
          </a:p>
        </p:txBody>
      </p:sp>
      <p:sp>
        <p:nvSpPr>
          <p:cNvPr id="12" name="Arrow: Left 11">
            <a:extLst>
              <a:ext uri="{FF2B5EF4-FFF2-40B4-BE49-F238E27FC236}">
                <a16:creationId xmlns:a16="http://schemas.microsoft.com/office/drawing/2014/main" id="{77D6629E-54A6-1B73-E2BC-347FB0A5E310}"/>
              </a:ext>
            </a:extLst>
          </p:cNvPr>
          <p:cNvSpPr/>
          <p:nvPr/>
        </p:nvSpPr>
        <p:spPr>
          <a:xfrm>
            <a:off x="4049486" y="2205989"/>
            <a:ext cx="522514" cy="27384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3" name="TextBox 12">
            <a:extLst>
              <a:ext uri="{FF2B5EF4-FFF2-40B4-BE49-F238E27FC236}">
                <a16:creationId xmlns:a16="http://schemas.microsoft.com/office/drawing/2014/main" id="{D85DF1DF-0F0F-B82C-7E79-2C3AA1A43340}"/>
              </a:ext>
            </a:extLst>
          </p:cNvPr>
          <p:cNvSpPr txBox="1"/>
          <p:nvPr/>
        </p:nvSpPr>
        <p:spPr>
          <a:xfrm>
            <a:off x="5035731" y="2081301"/>
            <a:ext cx="1867989" cy="523220"/>
          </a:xfrm>
          <a:prstGeom prst="rect">
            <a:avLst/>
          </a:prstGeom>
          <a:noFill/>
        </p:spPr>
        <p:txBody>
          <a:bodyPr wrap="square" rtlCol="0">
            <a:spAutoFit/>
          </a:bodyPr>
          <a:lstStyle/>
          <a:p>
            <a:r>
              <a:rPr lang="en-US" sz="1400" dirty="0"/>
              <a:t>Or in a code block to become local options</a:t>
            </a:r>
            <a:endParaRPr lang="de-CH" sz="1400" dirty="0"/>
          </a:p>
        </p:txBody>
      </p:sp>
    </p:spTree>
    <p:extLst>
      <p:ext uri="{BB962C8B-B14F-4D97-AF65-F5344CB8AC3E}">
        <p14:creationId xmlns:p14="http://schemas.microsoft.com/office/powerpoint/2010/main" val="2228377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B37D7-8BBE-AB4E-E9CE-3CBE8171D6C3}"/>
              </a:ext>
            </a:extLst>
          </p:cNvPr>
          <p:cNvSpPr>
            <a:spLocks noGrp="1"/>
          </p:cNvSpPr>
          <p:nvPr>
            <p:ph type="title"/>
          </p:nvPr>
        </p:nvSpPr>
        <p:spPr/>
        <p:txBody>
          <a:bodyPr/>
          <a:lstStyle/>
          <a:p>
            <a:r>
              <a:rPr lang="de-CH" dirty="0"/>
              <a:t>Cross-</a:t>
            </a:r>
            <a:r>
              <a:rPr lang="de-CH" dirty="0" err="1"/>
              <a:t>reference</a:t>
            </a:r>
            <a:endParaRPr lang="de-CH" dirty="0"/>
          </a:p>
        </p:txBody>
      </p:sp>
      <p:sp>
        <p:nvSpPr>
          <p:cNvPr id="6" name="Slide Number Placeholder 5">
            <a:extLst>
              <a:ext uri="{FF2B5EF4-FFF2-40B4-BE49-F238E27FC236}">
                <a16:creationId xmlns:a16="http://schemas.microsoft.com/office/drawing/2014/main" id="{ED419B0F-B274-013D-36F5-B4A3F13231FB}"/>
              </a:ext>
            </a:extLst>
          </p:cNvPr>
          <p:cNvSpPr>
            <a:spLocks noGrp="1"/>
          </p:cNvSpPr>
          <p:nvPr>
            <p:ph type="sldNum" sz="quarter" idx="15"/>
          </p:nvPr>
        </p:nvSpPr>
        <p:spPr/>
        <p:txBody>
          <a:bodyPr/>
          <a:lstStyle/>
          <a:p>
            <a:fld id="{E14D7B56-9DF5-4E8D-B448-5569FA30FAB2}" type="slidenum">
              <a:rPr lang="de-CH" smtClean="0"/>
              <a:pPr/>
              <a:t>18</a:t>
            </a:fld>
            <a:endParaRPr lang="de-CH"/>
          </a:p>
        </p:txBody>
      </p:sp>
      <p:pic>
        <p:nvPicPr>
          <p:cNvPr id="8" name="Picture 7">
            <a:extLst>
              <a:ext uri="{FF2B5EF4-FFF2-40B4-BE49-F238E27FC236}">
                <a16:creationId xmlns:a16="http://schemas.microsoft.com/office/drawing/2014/main" id="{08ED7973-8559-ADEB-920A-B1B8F29D017C}"/>
              </a:ext>
            </a:extLst>
          </p:cNvPr>
          <p:cNvPicPr>
            <a:picLocks noChangeAspect="1"/>
          </p:cNvPicPr>
          <p:nvPr/>
        </p:nvPicPr>
        <p:blipFill>
          <a:blip r:embed="rId2"/>
          <a:stretch>
            <a:fillRect/>
          </a:stretch>
        </p:blipFill>
        <p:spPr>
          <a:xfrm>
            <a:off x="1104035" y="914876"/>
            <a:ext cx="4780558" cy="3954780"/>
          </a:xfrm>
          <a:prstGeom prst="rect">
            <a:avLst/>
          </a:prstGeom>
        </p:spPr>
      </p:pic>
      <p:sp>
        <p:nvSpPr>
          <p:cNvPr id="11" name="Arrow: Down 10">
            <a:extLst>
              <a:ext uri="{FF2B5EF4-FFF2-40B4-BE49-F238E27FC236}">
                <a16:creationId xmlns:a16="http://schemas.microsoft.com/office/drawing/2014/main" id="{9E1C4FAA-36F7-F004-C366-878344ADC749}"/>
              </a:ext>
            </a:extLst>
          </p:cNvPr>
          <p:cNvSpPr/>
          <p:nvPr/>
        </p:nvSpPr>
        <p:spPr>
          <a:xfrm rot="1905415">
            <a:off x="1992085" y="4235987"/>
            <a:ext cx="202474" cy="287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4" name="Arrow: Down 3">
            <a:extLst>
              <a:ext uri="{FF2B5EF4-FFF2-40B4-BE49-F238E27FC236}">
                <a16:creationId xmlns:a16="http://schemas.microsoft.com/office/drawing/2014/main" id="{3741C056-19D3-ACA6-9A7B-672015A6F588}"/>
              </a:ext>
            </a:extLst>
          </p:cNvPr>
          <p:cNvSpPr/>
          <p:nvPr/>
        </p:nvSpPr>
        <p:spPr>
          <a:xfrm rot="1905415">
            <a:off x="2542903" y="699797"/>
            <a:ext cx="202474" cy="287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 name="TextBox 4">
            <a:extLst>
              <a:ext uri="{FF2B5EF4-FFF2-40B4-BE49-F238E27FC236}">
                <a16:creationId xmlns:a16="http://schemas.microsoft.com/office/drawing/2014/main" id="{73021856-479F-866D-6B7D-BB0DABF2A2BB}"/>
              </a:ext>
            </a:extLst>
          </p:cNvPr>
          <p:cNvSpPr txBox="1"/>
          <p:nvPr/>
        </p:nvSpPr>
        <p:spPr>
          <a:xfrm>
            <a:off x="2644140" y="4040045"/>
            <a:ext cx="2966357" cy="307777"/>
          </a:xfrm>
          <a:prstGeom prst="rect">
            <a:avLst/>
          </a:prstGeom>
          <a:noFill/>
        </p:spPr>
        <p:txBody>
          <a:bodyPr wrap="square" rtlCol="0">
            <a:spAutoFit/>
          </a:bodyPr>
          <a:lstStyle/>
          <a:p>
            <a:r>
              <a:rPr lang="de-CH" sz="1400" dirty="0" err="1"/>
              <a:t>Refer</a:t>
            </a:r>
            <a:r>
              <a:rPr lang="de-CH" sz="1400" dirty="0"/>
              <a:t> </a:t>
            </a:r>
            <a:r>
              <a:rPr lang="de-CH" sz="1400" dirty="0" err="1"/>
              <a:t>to</a:t>
            </a:r>
            <a:r>
              <a:rPr lang="de-CH" sz="1400" dirty="0"/>
              <a:t> a </a:t>
            </a:r>
            <a:r>
              <a:rPr lang="de-CH" sz="1400" dirty="0" err="1"/>
              <a:t>specific</a:t>
            </a:r>
            <a:r>
              <a:rPr lang="de-CH" sz="1400" dirty="0"/>
              <a:t> </a:t>
            </a:r>
            <a:r>
              <a:rPr lang="de-CH" sz="1400" dirty="0" err="1"/>
              <a:t>table</a:t>
            </a:r>
            <a:r>
              <a:rPr lang="de-CH" sz="1400" dirty="0"/>
              <a:t> </a:t>
            </a:r>
            <a:r>
              <a:rPr lang="de-CH" sz="1400" dirty="0" err="1"/>
              <a:t>or</a:t>
            </a:r>
            <a:r>
              <a:rPr lang="de-CH" sz="1400" dirty="0"/>
              <a:t> </a:t>
            </a:r>
            <a:r>
              <a:rPr lang="de-CH" sz="1400" dirty="0" err="1"/>
              <a:t>figure</a:t>
            </a:r>
            <a:endParaRPr lang="de-CH" sz="1400" dirty="0"/>
          </a:p>
        </p:txBody>
      </p:sp>
      <p:sp>
        <p:nvSpPr>
          <p:cNvPr id="7" name="TextBox 6">
            <a:extLst>
              <a:ext uri="{FF2B5EF4-FFF2-40B4-BE49-F238E27FC236}">
                <a16:creationId xmlns:a16="http://schemas.microsoft.com/office/drawing/2014/main" id="{C4C56EDC-D212-C557-64F9-F1853B1981B8}"/>
              </a:ext>
            </a:extLst>
          </p:cNvPr>
          <p:cNvSpPr txBox="1"/>
          <p:nvPr/>
        </p:nvSpPr>
        <p:spPr>
          <a:xfrm>
            <a:off x="6080760" y="914876"/>
            <a:ext cx="2854234" cy="1600438"/>
          </a:xfrm>
          <a:prstGeom prst="rect">
            <a:avLst/>
          </a:prstGeom>
          <a:noFill/>
        </p:spPr>
        <p:txBody>
          <a:bodyPr wrap="square" rtlCol="0">
            <a:spAutoFit/>
          </a:bodyPr>
          <a:lstStyle/>
          <a:p>
            <a:r>
              <a:rPr lang="de-CH" sz="1400" dirty="0" err="1"/>
              <a:t>Tips</a:t>
            </a:r>
            <a:r>
              <a:rPr lang="de-CH" sz="1400" dirty="0"/>
              <a:t>:</a:t>
            </a:r>
          </a:p>
          <a:p>
            <a:pPr marL="285750" indent="-285750">
              <a:buFont typeface="Arial" panose="020B0604020202020204" pitchFamily="34" charset="0"/>
              <a:buChar char="•"/>
            </a:pPr>
            <a:r>
              <a:rPr lang="en-US" sz="1400" dirty="0"/>
              <a:t>In order for a figure to be cross-referenceable, its label must start with the </a:t>
            </a:r>
            <a:r>
              <a:rPr lang="en-US" sz="1400" i="1" dirty="0"/>
              <a:t>fig-</a:t>
            </a:r>
            <a:r>
              <a:rPr lang="en-US" sz="1400" dirty="0"/>
              <a:t> prefix.</a:t>
            </a:r>
          </a:p>
          <a:p>
            <a:pPr marL="285750" indent="-285750">
              <a:buFont typeface="Arial" panose="020B0604020202020204" pitchFamily="34" charset="0"/>
              <a:buChar char="•"/>
            </a:pPr>
            <a:r>
              <a:rPr lang="en-US" sz="1400" dirty="0"/>
              <a:t>In order for a table to be cross-referenceable, its label must start with the </a:t>
            </a:r>
            <a:r>
              <a:rPr lang="en-US" sz="1400" i="1" dirty="0" err="1"/>
              <a:t>tbl</a:t>
            </a:r>
            <a:r>
              <a:rPr lang="en-US" sz="1400" i="1" dirty="0"/>
              <a:t>-</a:t>
            </a:r>
            <a:r>
              <a:rPr lang="en-US" sz="1400" dirty="0"/>
              <a:t> prefix.</a:t>
            </a:r>
            <a:endParaRPr lang="de-CH" sz="1400" dirty="0"/>
          </a:p>
        </p:txBody>
      </p:sp>
    </p:spTree>
    <p:extLst>
      <p:ext uri="{BB962C8B-B14F-4D97-AF65-F5344CB8AC3E}">
        <p14:creationId xmlns:p14="http://schemas.microsoft.com/office/powerpoint/2010/main" val="3546042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1F6BF-47ED-C12E-6E59-F5C2DC2ED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B6AF5-BC3D-7902-1823-247AE27AA1DB}"/>
              </a:ext>
            </a:extLst>
          </p:cNvPr>
          <p:cNvSpPr>
            <a:spLocks noGrp="1"/>
          </p:cNvSpPr>
          <p:nvPr>
            <p:ph type="title"/>
          </p:nvPr>
        </p:nvSpPr>
        <p:spPr/>
        <p:txBody>
          <a:bodyPr/>
          <a:lstStyle/>
          <a:p>
            <a:r>
              <a:rPr lang="de-CH" dirty="0"/>
              <a:t>Cross-</a:t>
            </a:r>
            <a:r>
              <a:rPr lang="de-CH" dirty="0" err="1"/>
              <a:t>reference</a:t>
            </a:r>
            <a:endParaRPr lang="de-CH" dirty="0"/>
          </a:p>
        </p:txBody>
      </p:sp>
      <p:sp>
        <p:nvSpPr>
          <p:cNvPr id="6" name="Slide Number Placeholder 5">
            <a:extLst>
              <a:ext uri="{FF2B5EF4-FFF2-40B4-BE49-F238E27FC236}">
                <a16:creationId xmlns:a16="http://schemas.microsoft.com/office/drawing/2014/main" id="{7ABAD6B0-A7F8-4C96-7DBB-C6C9AD6C8F92}"/>
              </a:ext>
            </a:extLst>
          </p:cNvPr>
          <p:cNvSpPr>
            <a:spLocks noGrp="1"/>
          </p:cNvSpPr>
          <p:nvPr>
            <p:ph type="sldNum" sz="quarter" idx="15"/>
          </p:nvPr>
        </p:nvSpPr>
        <p:spPr/>
        <p:txBody>
          <a:bodyPr/>
          <a:lstStyle/>
          <a:p>
            <a:fld id="{E14D7B56-9DF5-4E8D-B448-5569FA30FAB2}" type="slidenum">
              <a:rPr lang="de-CH" smtClean="0"/>
              <a:pPr/>
              <a:t>19</a:t>
            </a:fld>
            <a:endParaRPr lang="de-CH"/>
          </a:p>
        </p:txBody>
      </p:sp>
      <p:pic>
        <p:nvPicPr>
          <p:cNvPr id="10" name="Picture 9">
            <a:extLst>
              <a:ext uri="{FF2B5EF4-FFF2-40B4-BE49-F238E27FC236}">
                <a16:creationId xmlns:a16="http://schemas.microsoft.com/office/drawing/2014/main" id="{8455FC9F-4EB2-3074-BA10-7A1E95EB3849}"/>
              </a:ext>
            </a:extLst>
          </p:cNvPr>
          <p:cNvPicPr>
            <a:picLocks noChangeAspect="1"/>
          </p:cNvPicPr>
          <p:nvPr/>
        </p:nvPicPr>
        <p:blipFill>
          <a:blip r:embed="rId2"/>
          <a:stretch>
            <a:fillRect/>
          </a:stretch>
        </p:blipFill>
        <p:spPr>
          <a:xfrm>
            <a:off x="988441" y="767562"/>
            <a:ext cx="7208762" cy="3660876"/>
          </a:xfrm>
          <a:prstGeom prst="rect">
            <a:avLst/>
          </a:prstGeom>
        </p:spPr>
      </p:pic>
      <p:sp>
        <p:nvSpPr>
          <p:cNvPr id="3" name="Arrow: Down 2">
            <a:extLst>
              <a:ext uri="{FF2B5EF4-FFF2-40B4-BE49-F238E27FC236}">
                <a16:creationId xmlns:a16="http://schemas.microsoft.com/office/drawing/2014/main" id="{B3B1CBD7-F59A-6700-3EBB-BA9615139157}"/>
              </a:ext>
            </a:extLst>
          </p:cNvPr>
          <p:cNvSpPr/>
          <p:nvPr/>
        </p:nvSpPr>
        <p:spPr>
          <a:xfrm rot="1905415">
            <a:off x="1606731" y="3781696"/>
            <a:ext cx="202474" cy="287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3417803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8006A-F17B-143B-7A85-E636DFC9910B}"/>
              </a:ext>
            </a:extLst>
          </p:cNvPr>
          <p:cNvSpPr>
            <a:spLocks noGrp="1"/>
          </p:cNvSpPr>
          <p:nvPr>
            <p:ph type="title"/>
          </p:nvPr>
        </p:nvSpPr>
        <p:spPr/>
        <p:txBody>
          <a:bodyPr/>
          <a:lstStyle/>
          <a:p>
            <a:r>
              <a:rPr lang="de-CH" dirty="0"/>
              <a:t>Bonus: </a:t>
            </a:r>
            <a:r>
              <a:rPr lang="de-CH" dirty="0" err="1"/>
              <a:t>Parametrised</a:t>
            </a:r>
            <a:r>
              <a:rPr lang="de-CH" dirty="0"/>
              <a:t> </a:t>
            </a:r>
            <a:r>
              <a:rPr lang="de-CH" dirty="0" err="1"/>
              <a:t>reports</a:t>
            </a:r>
            <a:endParaRPr lang="de-CH" dirty="0"/>
          </a:p>
        </p:txBody>
      </p:sp>
      <p:sp>
        <p:nvSpPr>
          <p:cNvPr id="3" name="Text Placeholder 2">
            <a:extLst>
              <a:ext uri="{FF2B5EF4-FFF2-40B4-BE49-F238E27FC236}">
                <a16:creationId xmlns:a16="http://schemas.microsoft.com/office/drawing/2014/main" id="{D06862C2-490E-A4A2-FA98-116F3E32FF9A}"/>
              </a:ext>
            </a:extLst>
          </p:cNvPr>
          <p:cNvSpPr>
            <a:spLocks noGrp="1"/>
          </p:cNvSpPr>
          <p:nvPr>
            <p:ph type="body" sz="quarter" idx="12"/>
          </p:nvPr>
        </p:nvSpPr>
        <p:spPr/>
        <p:txBody>
          <a:bodyPr/>
          <a:lstStyle/>
          <a:p>
            <a:r>
              <a:rPr lang="de-DE" dirty="0"/>
              <a:t>A </a:t>
            </a:r>
            <a:r>
              <a:rPr lang="de-DE" dirty="0" err="1"/>
              <a:t>demo</a:t>
            </a:r>
            <a:r>
              <a:rPr lang="de-DE" dirty="0"/>
              <a:t>?</a:t>
            </a:r>
            <a:endParaRPr lang="de-CH" dirty="0"/>
          </a:p>
        </p:txBody>
      </p:sp>
      <p:sp>
        <p:nvSpPr>
          <p:cNvPr id="4" name="Text Placeholder 3">
            <a:extLst>
              <a:ext uri="{FF2B5EF4-FFF2-40B4-BE49-F238E27FC236}">
                <a16:creationId xmlns:a16="http://schemas.microsoft.com/office/drawing/2014/main" id="{31364733-0F9B-0CA1-313B-2722D127E7C8}"/>
              </a:ext>
            </a:extLst>
          </p:cNvPr>
          <p:cNvSpPr>
            <a:spLocks noGrp="1"/>
          </p:cNvSpPr>
          <p:nvPr>
            <p:ph type="body" sz="quarter" idx="13"/>
          </p:nvPr>
        </p:nvSpPr>
        <p:spPr/>
        <p:txBody>
          <a:bodyPr/>
          <a:lstStyle/>
          <a:p>
            <a:endParaRPr lang="de-CH"/>
          </a:p>
        </p:txBody>
      </p:sp>
      <p:sp>
        <p:nvSpPr>
          <p:cNvPr id="5" name="Footer Placeholder 4">
            <a:extLst>
              <a:ext uri="{FF2B5EF4-FFF2-40B4-BE49-F238E27FC236}">
                <a16:creationId xmlns:a16="http://schemas.microsoft.com/office/drawing/2014/main" id="{A293C9ED-E3E0-D639-C421-661A7F51DFA8}"/>
              </a:ext>
            </a:extLst>
          </p:cNvPr>
          <p:cNvSpPr>
            <a:spLocks noGrp="1"/>
          </p:cNvSpPr>
          <p:nvPr>
            <p:ph type="ftr" sz="quarter" idx="14"/>
          </p:nvPr>
        </p:nvSpPr>
        <p:spPr/>
        <p:txBody>
          <a:bodyPr/>
          <a:lstStyle/>
          <a:p>
            <a:endParaRPr lang="de-CH" sz="900" dirty="0"/>
          </a:p>
        </p:txBody>
      </p:sp>
      <p:sp>
        <p:nvSpPr>
          <p:cNvPr id="6" name="Slide Number Placeholder 5">
            <a:extLst>
              <a:ext uri="{FF2B5EF4-FFF2-40B4-BE49-F238E27FC236}">
                <a16:creationId xmlns:a16="http://schemas.microsoft.com/office/drawing/2014/main" id="{DB5C8822-9C27-C188-0048-69CC79204916}"/>
              </a:ext>
            </a:extLst>
          </p:cNvPr>
          <p:cNvSpPr>
            <a:spLocks noGrp="1"/>
          </p:cNvSpPr>
          <p:nvPr>
            <p:ph type="sldNum" sz="quarter" idx="15"/>
          </p:nvPr>
        </p:nvSpPr>
        <p:spPr/>
        <p:txBody>
          <a:bodyPr/>
          <a:lstStyle/>
          <a:p>
            <a:fld id="{E14D7B56-9DF5-4E8D-B448-5569FA30FAB2}" type="slidenum">
              <a:rPr lang="de-CH" smtClean="0"/>
              <a:pPr/>
              <a:t>20</a:t>
            </a:fld>
            <a:endParaRPr lang="de-CH"/>
          </a:p>
        </p:txBody>
      </p:sp>
    </p:spTree>
    <p:extLst>
      <p:ext uri="{BB962C8B-B14F-4D97-AF65-F5344CB8AC3E}">
        <p14:creationId xmlns:p14="http://schemas.microsoft.com/office/powerpoint/2010/main" val="3707425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AC293-9854-CC17-8C53-948396F7A1C3}"/>
              </a:ext>
            </a:extLst>
          </p:cNvPr>
          <p:cNvSpPr>
            <a:spLocks noGrp="1"/>
          </p:cNvSpPr>
          <p:nvPr>
            <p:ph type="title"/>
          </p:nvPr>
        </p:nvSpPr>
        <p:spPr/>
        <p:txBody>
          <a:bodyPr/>
          <a:lstStyle/>
          <a:p>
            <a:r>
              <a:rPr lang="de-CH" dirty="0"/>
              <a:t>Bonus: </a:t>
            </a:r>
            <a:r>
              <a:rPr lang="de-CH" dirty="0" err="1"/>
              <a:t>Extensions</a:t>
            </a:r>
            <a:endParaRPr lang="de-CH" dirty="0"/>
          </a:p>
        </p:txBody>
      </p:sp>
      <p:sp>
        <p:nvSpPr>
          <p:cNvPr id="3" name="Text Placeholder 2">
            <a:extLst>
              <a:ext uri="{FF2B5EF4-FFF2-40B4-BE49-F238E27FC236}">
                <a16:creationId xmlns:a16="http://schemas.microsoft.com/office/drawing/2014/main" id="{E324EB96-F3C7-5A57-5117-7754E3D154E8}"/>
              </a:ext>
            </a:extLst>
          </p:cNvPr>
          <p:cNvSpPr>
            <a:spLocks noGrp="1"/>
          </p:cNvSpPr>
          <p:nvPr>
            <p:ph type="body" sz="quarter" idx="12"/>
          </p:nvPr>
        </p:nvSpPr>
        <p:spPr/>
        <p:txBody>
          <a:bodyPr/>
          <a:lstStyle/>
          <a:p>
            <a:endParaRPr lang="de-CH"/>
          </a:p>
        </p:txBody>
      </p:sp>
      <p:sp>
        <p:nvSpPr>
          <p:cNvPr id="4" name="Text Placeholder 3">
            <a:extLst>
              <a:ext uri="{FF2B5EF4-FFF2-40B4-BE49-F238E27FC236}">
                <a16:creationId xmlns:a16="http://schemas.microsoft.com/office/drawing/2014/main" id="{1F6F4809-E9C7-B4D3-D31D-C9973BA208EA}"/>
              </a:ext>
            </a:extLst>
          </p:cNvPr>
          <p:cNvSpPr>
            <a:spLocks noGrp="1"/>
          </p:cNvSpPr>
          <p:nvPr>
            <p:ph type="body" sz="quarter" idx="13"/>
          </p:nvPr>
        </p:nvSpPr>
        <p:spPr/>
        <p:txBody>
          <a:bodyPr/>
          <a:lstStyle/>
          <a:p>
            <a:endParaRPr lang="de-CH"/>
          </a:p>
        </p:txBody>
      </p:sp>
      <p:sp>
        <p:nvSpPr>
          <p:cNvPr id="5" name="Footer Placeholder 4">
            <a:extLst>
              <a:ext uri="{FF2B5EF4-FFF2-40B4-BE49-F238E27FC236}">
                <a16:creationId xmlns:a16="http://schemas.microsoft.com/office/drawing/2014/main" id="{27347E76-3311-379D-C7EF-15CB4988634F}"/>
              </a:ext>
            </a:extLst>
          </p:cNvPr>
          <p:cNvSpPr>
            <a:spLocks noGrp="1"/>
          </p:cNvSpPr>
          <p:nvPr>
            <p:ph type="ftr" sz="quarter" idx="14"/>
          </p:nvPr>
        </p:nvSpPr>
        <p:spPr/>
        <p:txBody>
          <a:bodyPr/>
          <a:lstStyle/>
          <a:p>
            <a:endParaRPr lang="de-CH" sz="900" dirty="0"/>
          </a:p>
        </p:txBody>
      </p:sp>
      <p:sp>
        <p:nvSpPr>
          <p:cNvPr id="6" name="Slide Number Placeholder 5">
            <a:extLst>
              <a:ext uri="{FF2B5EF4-FFF2-40B4-BE49-F238E27FC236}">
                <a16:creationId xmlns:a16="http://schemas.microsoft.com/office/drawing/2014/main" id="{7F76B39D-B6A1-0CA6-748E-CB9DE60FA67C}"/>
              </a:ext>
            </a:extLst>
          </p:cNvPr>
          <p:cNvSpPr>
            <a:spLocks noGrp="1"/>
          </p:cNvSpPr>
          <p:nvPr>
            <p:ph type="sldNum" sz="quarter" idx="15"/>
          </p:nvPr>
        </p:nvSpPr>
        <p:spPr/>
        <p:txBody>
          <a:bodyPr/>
          <a:lstStyle/>
          <a:p>
            <a:fld id="{E14D7B56-9DF5-4E8D-B448-5569FA30FAB2}" type="slidenum">
              <a:rPr lang="de-CH" smtClean="0"/>
              <a:pPr/>
              <a:t>21</a:t>
            </a:fld>
            <a:endParaRPr lang="de-CH"/>
          </a:p>
        </p:txBody>
      </p:sp>
    </p:spTree>
    <p:extLst>
      <p:ext uri="{BB962C8B-B14F-4D97-AF65-F5344CB8AC3E}">
        <p14:creationId xmlns:p14="http://schemas.microsoft.com/office/powerpoint/2010/main" val="3058621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0AC619-2781-6656-08EB-97306E604802}"/>
              </a:ext>
            </a:extLst>
          </p:cNvPr>
          <p:cNvSpPr>
            <a:spLocks noGrp="1"/>
          </p:cNvSpPr>
          <p:nvPr>
            <p:ph type="title"/>
          </p:nvPr>
        </p:nvSpPr>
        <p:spPr>
          <a:xfrm>
            <a:off x="473579" y="752519"/>
            <a:ext cx="5423310" cy="1209020"/>
          </a:xfrm>
        </p:spPr>
        <p:txBody>
          <a:bodyPr/>
          <a:lstStyle/>
          <a:p>
            <a:r>
              <a:rPr lang="en-US" noProof="0" dirty="0"/>
              <a:t>Swiss TPH Templates</a:t>
            </a:r>
          </a:p>
        </p:txBody>
      </p:sp>
    </p:spTree>
    <p:extLst>
      <p:ext uri="{BB962C8B-B14F-4D97-AF65-F5344CB8AC3E}">
        <p14:creationId xmlns:p14="http://schemas.microsoft.com/office/powerpoint/2010/main" val="2839465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6515-4B02-9CB0-F182-2BD332392C58}"/>
              </a:ext>
            </a:extLst>
          </p:cNvPr>
          <p:cNvSpPr>
            <a:spLocks noGrp="1"/>
          </p:cNvSpPr>
          <p:nvPr>
            <p:ph type="title"/>
          </p:nvPr>
        </p:nvSpPr>
        <p:spPr/>
        <p:txBody>
          <a:bodyPr/>
          <a:lstStyle/>
          <a:p>
            <a:r>
              <a:rPr lang="de-CH" dirty="0"/>
              <a:t>Swiss TPH </a:t>
            </a:r>
            <a:r>
              <a:rPr lang="de-CH" dirty="0" err="1"/>
              <a:t>templates</a:t>
            </a:r>
            <a:endParaRPr lang="de-CH" dirty="0"/>
          </a:p>
        </p:txBody>
      </p:sp>
      <p:sp>
        <p:nvSpPr>
          <p:cNvPr id="3" name="Text Placeholder 2">
            <a:extLst>
              <a:ext uri="{FF2B5EF4-FFF2-40B4-BE49-F238E27FC236}">
                <a16:creationId xmlns:a16="http://schemas.microsoft.com/office/drawing/2014/main" id="{82442097-C16D-7D65-DD7E-F170EA1427E9}"/>
              </a:ext>
            </a:extLst>
          </p:cNvPr>
          <p:cNvSpPr>
            <a:spLocks noGrp="1"/>
          </p:cNvSpPr>
          <p:nvPr>
            <p:ph type="body" sz="quarter" idx="12"/>
          </p:nvPr>
        </p:nvSpPr>
        <p:spPr/>
        <p:txBody>
          <a:bodyPr/>
          <a:lstStyle/>
          <a:p>
            <a:r>
              <a:rPr lang="de-CH" dirty="0" err="1"/>
              <a:t>What</a:t>
            </a:r>
            <a:r>
              <a:rPr lang="de-CH" dirty="0"/>
              <a:t> </a:t>
            </a:r>
            <a:r>
              <a:rPr lang="de-CH" dirty="0" err="1"/>
              <a:t>are</a:t>
            </a:r>
            <a:r>
              <a:rPr lang="de-CH" dirty="0"/>
              <a:t> </a:t>
            </a:r>
            <a:r>
              <a:rPr lang="de-CH" dirty="0" err="1"/>
              <a:t>available</a:t>
            </a:r>
            <a:r>
              <a:rPr lang="de-CH" dirty="0"/>
              <a:t>?</a:t>
            </a:r>
          </a:p>
        </p:txBody>
      </p:sp>
      <p:sp>
        <p:nvSpPr>
          <p:cNvPr id="4" name="Text Placeholder 3">
            <a:extLst>
              <a:ext uri="{FF2B5EF4-FFF2-40B4-BE49-F238E27FC236}">
                <a16:creationId xmlns:a16="http://schemas.microsoft.com/office/drawing/2014/main" id="{5BEEFEE3-780A-E2F8-6422-BBFCAD1C0626}"/>
              </a:ext>
            </a:extLst>
          </p:cNvPr>
          <p:cNvSpPr>
            <a:spLocks noGrp="1"/>
          </p:cNvSpPr>
          <p:nvPr>
            <p:ph type="body" sz="quarter" idx="13"/>
          </p:nvPr>
        </p:nvSpPr>
        <p:spPr/>
        <p:txBody>
          <a:bodyPr/>
          <a:lstStyle/>
          <a:p>
            <a:pPr lvl="0"/>
            <a:r>
              <a:rPr lang="de-CH" dirty="0" err="1"/>
              <a:t>For</a:t>
            </a:r>
            <a:r>
              <a:rPr lang="de-CH" dirty="0"/>
              <a:t> </a:t>
            </a:r>
            <a:r>
              <a:rPr lang="de-CH" dirty="0" err="1"/>
              <a:t>now</a:t>
            </a:r>
            <a:r>
              <a:rPr lang="de-CH" dirty="0"/>
              <a:t>, Swiss TPH Quarto </a:t>
            </a:r>
            <a:r>
              <a:rPr lang="de-CH" dirty="0" err="1"/>
              <a:t>templates</a:t>
            </a:r>
            <a:r>
              <a:rPr lang="de-CH" dirty="0"/>
              <a:t> </a:t>
            </a:r>
            <a:r>
              <a:rPr lang="de-CH" dirty="0" err="1"/>
              <a:t>are</a:t>
            </a:r>
            <a:r>
              <a:rPr lang="de-CH" dirty="0"/>
              <a:t> </a:t>
            </a:r>
            <a:r>
              <a:rPr lang="de-CH" dirty="0" err="1"/>
              <a:t>available</a:t>
            </a:r>
            <a:r>
              <a:rPr lang="de-CH" dirty="0"/>
              <a:t> in </a:t>
            </a:r>
            <a:r>
              <a:rPr lang="de-CH" dirty="0" err="1"/>
              <a:t>these</a:t>
            </a:r>
            <a:r>
              <a:rPr lang="de-CH" dirty="0"/>
              <a:t> </a:t>
            </a:r>
            <a:r>
              <a:rPr lang="de-CH" dirty="0" err="1"/>
              <a:t>formats</a:t>
            </a:r>
            <a:r>
              <a:rPr lang="de-CH" dirty="0"/>
              <a:t>:</a:t>
            </a:r>
          </a:p>
          <a:p>
            <a:pPr marL="285750" lvl="0" indent="-285750">
              <a:buFont typeface="Arial" panose="020B0604020202020204" pitchFamily="34" charset="0"/>
              <a:buChar char="•"/>
            </a:pPr>
            <a:r>
              <a:rPr lang="de-CH" dirty="0"/>
              <a:t>PDF </a:t>
            </a:r>
            <a:r>
              <a:rPr lang="de-CH" dirty="0" err="1"/>
              <a:t>report</a:t>
            </a:r>
            <a:r>
              <a:rPr lang="de-CH" dirty="0"/>
              <a:t> (Latex and Typst)</a:t>
            </a:r>
          </a:p>
          <a:p>
            <a:pPr marL="285750" lvl="0" indent="-285750">
              <a:buFont typeface="Arial" panose="020B0604020202020204" pitchFamily="34" charset="0"/>
              <a:buChar char="•"/>
            </a:pPr>
            <a:r>
              <a:rPr lang="de-CH" dirty="0"/>
              <a:t>PDF </a:t>
            </a:r>
            <a:r>
              <a:rPr lang="de-CH" dirty="0" err="1"/>
              <a:t>letterhead</a:t>
            </a:r>
            <a:r>
              <a:rPr lang="de-CH" dirty="0"/>
              <a:t> (Latex and Typst)</a:t>
            </a:r>
          </a:p>
          <a:p>
            <a:pPr marL="285750" lvl="0" indent="-285750">
              <a:buFont typeface="Arial" panose="020B0604020202020204" pitchFamily="34" charset="0"/>
              <a:buChar char="•"/>
            </a:pPr>
            <a:r>
              <a:rPr lang="de-CH" dirty="0"/>
              <a:t>Word</a:t>
            </a:r>
          </a:p>
          <a:p>
            <a:pPr marL="285750" lvl="0" indent="-285750">
              <a:buFont typeface="Arial" panose="020B0604020202020204" pitchFamily="34" charset="0"/>
              <a:buChar char="•"/>
            </a:pPr>
            <a:r>
              <a:rPr lang="de-CH" dirty="0" err="1"/>
              <a:t>Powerpoint</a:t>
            </a:r>
            <a:endParaRPr lang="de-CH" dirty="0"/>
          </a:p>
          <a:p>
            <a:pPr marL="285750" lvl="0" indent="-285750">
              <a:buFont typeface="Arial" panose="020B0604020202020204" pitchFamily="34" charset="0"/>
              <a:buChar char="•"/>
            </a:pPr>
            <a:r>
              <a:rPr lang="de-CH" dirty="0" err="1"/>
              <a:t>Revealjs</a:t>
            </a:r>
            <a:endParaRPr lang="de-CH" dirty="0"/>
          </a:p>
          <a:p>
            <a:pPr lvl="0"/>
            <a:endParaRPr lang="de-CH" dirty="0"/>
          </a:p>
          <a:p>
            <a:pPr lvl="0"/>
            <a:r>
              <a:rPr lang="de-CH" dirty="0" err="1"/>
              <a:t>Contributors</a:t>
            </a:r>
            <a:r>
              <a:rPr lang="de-CH" dirty="0"/>
              <a:t>: Hélène Langet, Zhihan Zhu</a:t>
            </a:r>
          </a:p>
          <a:p>
            <a:pPr lvl="0"/>
            <a:r>
              <a:rPr lang="de-CH" dirty="0">
                <a:hlinkClick r:id="rId3"/>
              </a:rPr>
              <a:t>Research-IT-Swiss-TPH/</a:t>
            </a:r>
            <a:r>
              <a:rPr lang="de-CH" dirty="0" err="1">
                <a:hlinkClick r:id="rId3"/>
              </a:rPr>
              <a:t>stphtoolbox</a:t>
            </a:r>
            <a:r>
              <a:rPr lang="de-CH" dirty="0">
                <a:hlinkClick r:id="rId3"/>
              </a:rPr>
              <a:t>: Swiss TPH R </a:t>
            </a:r>
            <a:r>
              <a:rPr lang="de-CH" dirty="0" err="1">
                <a:hlinkClick r:id="rId3"/>
              </a:rPr>
              <a:t>toolbox</a:t>
            </a:r>
            <a:r>
              <a:rPr lang="de-CH" dirty="0">
                <a:hlinkClick r:id="rId3"/>
              </a:rPr>
              <a:t> </a:t>
            </a:r>
            <a:r>
              <a:rPr lang="de-CH" dirty="0" err="1">
                <a:hlinkClick r:id="rId3"/>
              </a:rPr>
              <a:t>for</a:t>
            </a:r>
            <a:r>
              <a:rPr lang="de-CH" dirty="0">
                <a:hlinkClick r:id="rId3"/>
              </a:rPr>
              <a:t> </a:t>
            </a:r>
            <a:r>
              <a:rPr lang="de-CH" dirty="0" err="1">
                <a:hlinkClick r:id="rId3"/>
              </a:rPr>
              <a:t>reproducible</a:t>
            </a:r>
            <a:r>
              <a:rPr lang="de-CH" dirty="0">
                <a:hlinkClick r:id="rId3"/>
              </a:rPr>
              <a:t> </a:t>
            </a:r>
            <a:r>
              <a:rPr lang="de-CH" dirty="0" err="1">
                <a:hlinkClick r:id="rId3"/>
              </a:rPr>
              <a:t>research</a:t>
            </a:r>
            <a:endParaRPr lang="de-CH" dirty="0"/>
          </a:p>
          <a:p>
            <a:endParaRPr lang="de-CH" dirty="0"/>
          </a:p>
        </p:txBody>
      </p:sp>
      <p:sp>
        <p:nvSpPr>
          <p:cNvPr id="5" name="Footer Placeholder 4">
            <a:extLst>
              <a:ext uri="{FF2B5EF4-FFF2-40B4-BE49-F238E27FC236}">
                <a16:creationId xmlns:a16="http://schemas.microsoft.com/office/drawing/2014/main" id="{BF1F52C5-CBD7-2ADE-6AFF-F9D8A933D927}"/>
              </a:ext>
            </a:extLst>
          </p:cNvPr>
          <p:cNvSpPr>
            <a:spLocks noGrp="1"/>
          </p:cNvSpPr>
          <p:nvPr>
            <p:ph type="ftr" sz="quarter" idx="14"/>
          </p:nvPr>
        </p:nvSpPr>
        <p:spPr/>
        <p:txBody>
          <a:bodyPr/>
          <a:lstStyle/>
          <a:p>
            <a:endParaRPr lang="de-CH" sz="900" dirty="0"/>
          </a:p>
        </p:txBody>
      </p:sp>
      <p:sp>
        <p:nvSpPr>
          <p:cNvPr id="6" name="Slide Number Placeholder 5">
            <a:extLst>
              <a:ext uri="{FF2B5EF4-FFF2-40B4-BE49-F238E27FC236}">
                <a16:creationId xmlns:a16="http://schemas.microsoft.com/office/drawing/2014/main" id="{9E0E1A7E-0C28-1300-E598-1D00F84491C8}"/>
              </a:ext>
            </a:extLst>
          </p:cNvPr>
          <p:cNvSpPr>
            <a:spLocks noGrp="1"/>
          </p:cNvSpPr>
          <p:nvPr>
            <p:ph type="sldNum" sz="quarter" idx="15"/>
          </p:nvPr>
        </p:nvSpPr>
        <p:spPr/>
        <p:txBody>
          <a:bodyPr/>
          <a:lstStyle/>
          <a:p>
            <a:fld id="{E14D7B56-9DF5-4E8D-B448-5569FA30FAB2}" type="slidenum">
              <a:rPr lang="de-CH" smtClean="0"/>
              <a:pPr/>
              <a:t>23</a:t>
            </a:fld>
            <a:endParaRPr lang="de-CH"/>
          </a:p>
        </p:txBody>
      </p:sp>
    </p:spTree>
    <p:extLst>
      <p:ext uri="{BB962C8B-B14F-4D97-AF65-F5344CB8AC3E}">
        <p14:creationId xmlns:p14="http://schemas.microsoft.com/office/powerpoint/2010/main" val="2214468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18C54-905A-BD53-3715-7D5D6611F7CD}"/>
              </a:ext>
            </a:extLst>
          </p:cNvPr>
          <p:cNvSpPr>
            <a:spLocks noGrp="1"/>
          </p:cNvSpPr>
          <p:nvPr>
            <p:ph type="title"/>
          </p:nvPr>
        </p:nvSpPr>
        <p:spPr/>
        <p:txBody>
          <a:bodyPr/>
          <a:lstStyle/>
          <a:p>
            <a:r>
              <a:rPr lang="de-CH" dirty="0"/>
              <a:t>Swiss TPH Quarto </a:t>
            </a:r>
            <a:r>
              <a:rPr lang="de-CH" dirty="0" err="1"/>
              <a:t>template</a:t>
            </a:r>
            <a:r>
              <a:rPr lang="de-CH" dirty="0"/>
              <a:t> </a:t>
            </a:r>
            <a:r>
              <a:rPr lang="de-CH" dirty="0" err="1"/>
              <a:t>gallery</a:t>
            </a:r>
            <a:endParaRPr lang="de-CH" dirty="0"/>
          </a:p>
        </p:txBody>
      </p:sp>
      <p:sp>
        <p:nvSpPr>
          <p:cNvPr id="3" name="Text Placeholder 2">
            <a:extLst>
              <a:ext uri="{FF2B5EF4-FFF2-40B4-BE49-F238E27FC236}">
                <a16:creationId xmlns:a16="http://schemas.microsoft.com/office/drawing/2014/main" id="{5BB2DE50-55BC-47DE-A9A1-954FB4AB77A7}"/>
              </a:ext>
            </a:extLst>
          </p:cNvPr>
          <p:cNvSpPr>
            <a:spLocks noGrp="1"/>
          </p:cNvSpPr>
          <p:nvPr>
            <p:ph type="body" sz="quarter" idx="12"/>
          </p:nvPr>
        </p:nvSpPr>
        <p:spPr/>
        <p:txBody>
          <a:bodyPr/>
          <a:lstStyle/>
          <a:p>
            <a:r>
              <a:rPr lang="de-CH" dirty="0"/>
              <a:t>PDF(Latex) </a:t>
            </a:r>
            <a:r>
              <a:rPr lang="de-CH" dirty="0" err="1"/>
              <a:t>cover</a:t>
            </a:r>
            <a:r>
              <a:rPr lang="de-CH" dirty="0"/>
              <a:t> </a:t>
            </a:r>
            <a:r>
              <a:rPr lang="de-CH" dirty="0" err="1"/>
              <a:t>page</a:t>
            </a:r>
            <a:r>
              <a:rPr lang="de-CH" dirty="0"/>
              <a:t> and </a:t>
            </a:r>
            <a:r>
              <a:rPr lang="de-CH" dirty="0" err="1"/>
              <a:t>table</a:t>
            </a:r>
            <a:r>
              <a:rPr lang="de-CH" dirty="0"/>
              <a:t> </a:t>
            </a:r>
            <a:r>
              <a:rPr lang="de-CH" dirty="0" err="1"/>
              <a:t>of</a:t>
            </a:r>
            <a:r>
              <a:rPr lang="de-CH" dirty="0"/>
              <a:t> </a:t>
            </a:r>
            <a:r>
              <a:rPr lang="de-CH" dirty="0" err="1"/>
              <a:t>content</a:t>
            </a:r>
            <a:endParaRPr lang="de-CH" dirty="0"/>
          </a:p>
        </p:txBody>
      </p:sp>
      <p:sp>
        <p:nvSpPr>
          <p:cNvPr id="5" name="Footer Placeholder 4">
            <a:extLst>
              <a:ext uri="{FF2B5EF4-FFF2-40B4-BE49-F238E27FC236}">
                <a16:creationId xmlns:a16="http://schemas.microsoft.com/office/drawing/2014/main" id="{9A8F4816-2E12-3299-7808-256135813EE7}"/>
              </a:ext>
            </a:extLst>
          </p:cNvPr>
          <p:cNvSpPr>
            <a:spLocks noGrp="1"/>
          </p:cNvSpPr>
          <p:nvPr>
            <p:ph type="ftr" sz="quarter" idx="14"/>
          </p:nvPr>
        </p:nvSpPr>
        <p:spPr/>
        <p:txBody>
          <a:bodyPr/>
          <a:lstStyle/>
          <a:p>
            <a:endParaRPr lang="de-CH" sz="900" dirty="0"/>
          </a:p>
        </p:txBody>
      </p:sp>
      <p:sp>
        <p:nvSpPr>
          <p:cNvPr id="6" name="Slide Number Placeholder 5">
            <a:extLst>
              <a:ext uri="{FF2B5EF4-FFF2-40B4-BE49-F238E27FC236}">
                <a16:creationId xmlns:a16="http://schemas.microsoft.com/office/drawing/2014/main" id="{33D3C909-177F-8287-E304-47F364E0D0F1}"/>
              </a:ext>
            </a:extLst>
          </p:cNvPr>
          <p:cNvSpPr>
            <a:spLocks noGrp="1"/>
          </p:cNvSpPr>
          <p:nvPr>
            <p:ph type="sldNum" sz="quarter" idx="15"/>
          </p:nvPr>
        </p:nvSpPr>
        <p:spPr/>
        <p:txBody>
          <a:bodyPr/>
          <a:lstStyle/>
          <a:p>
            <a:fld id="{E14D7B56-9DF5-4E8D-B448-5569FA30FAB2}" type="slidenum">
              <a:rPr lang="de-CH" smtClean="0"/>
              <a:pPr/>
              <a:t>24</a:t>
            </a:fld>
            <a:endParaRPr lang="de-CH"/>
          </a:p>
        </p:txBody>
      </p:sp>
      <p:pic>
        <p:nvPicPr>
          <p:cNvPr id="8" name="Picture 7">
            <a:extLst>
              <a:ext uri="{FF2B5EF4-FFF2-40B4-BE49-F238E27FC236}">
                <a16:creationId xmlns:a16="http://schemas.microsoft.com/office/drawing/2014/main" id="{064F7372-FED3-4294-2A9F-2176A1F29F94}"/>
              </a:ext>
            </a:extLst>
          </p:cNvPr>
          <p:cNvPicPr>
            <a:picLocks noChangeAspect="1"/>
          </p:cNvPicPr>
          <p:nvPr/>
        </p:nvPicPr>
        <p:blipFill>
          <a:blip r:embed="rId2"/>
          <a:stretch>
            <a:fillRect/>
          </a:stretch>
        </p:blipFill>
        <p:spPr>
          <a:xfrm>
            <a:off x="2293396" y="1219353"/>
            <a:ext cx="4557207" cy="3201843"/>
          </a:xfrm>
          <a:prstGeom prst="rect">
            <a:avLst/>
          </a:prstGeom>
        </p:spPr>
      </p:pic>
    </p:spTree>
    <p:extLst>
      <p:ext uri="{BB962C8B-B14F-4D97-AF65-F5344CB8AC3E}">
        <p14:creationId xmlns:p14="http://schemas.microsoft.com/office/powerpoint/2010/main" val="646378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5F300-1FC3-4023-B2D1-34B6EAC6FD3C}"/>
              </a:ext>
            </a:extLst>
          </p:cNvPr>
          <p:cNvSpPr>
            <a:spLocks noGrp="1"/>
          </p:cNvSpPr>
          <p:nvPr>
            <p:ph type="title"/>
          </p:nvPr>
        </p:nvSpPr>
        <p:spPr/>
        <p:txBody>
          <a:bodyPr/>
          <a:lstStyle/>
          <a:p>
            <a:r>
              <a:rPr lang="de-CH" dirty="0"/>
              <a:t>Swiss TPH Quarto </a:t>
            </a:r>
            <a:r>
              <a:rPr lang="de-CH" dirty="0" err="1"/>
              <a:t>template</a:t>
            </a:r>
            <a:r>
              <a:rPr lang="de-CH" dirty="0"/>
              <a:t> </a:t>
            </a:r>
            <a:r>
              <a:rPr lang="de-CH" dirty="0" err="1"/>
              <a:t>gallery</a:t>
            </a:r>
            <a:endParaRPr lang="de-CH" dirty="0"/>
          </a:p>
        </p:txBody>
      </p:sp>
      <p:sp>
        <p:nvSpPr>
          <p:cNvPr id="3" name="Text Placeholder 2">
            <a:extLst>
              <a:ext uri="{FF2B5EF4-FFF2-40B4-BE49-F238E27FC236}">
                <a16:creationId xmlns:a16="http://schemas.microsoft.com/office/drawing/2014/main" id="{7276FAAC-6A3C-37FF-53AC-4FB2FE9D65D9}"/>
              </a:ext>
            </a:extLst>
          </p:cNvPr>
          <p:cNvSpPr>
            <a:spLocks noGrp="1"/>
          </p:cNvSpPr>
          <p:nvPr>
            <p:ph type="body" sz="quarter" idx="12"/>
          </p:nvPr>
        </p:nvSpPr>
        <p:spPr/>
        <p:txBody>
          <a:bodyPr/>
          <a:lstStyle/>
          <a:p>
            <a:r>
              <a:rPr lang="de-CH" dirty="0"/>
              <a:t>PDF(Latex) </a:t>
            </a:r>
            <a:r>
              <a:rPr lang="de-CH" dirty="0" err="1"/>
              <a:t>headings</a:t>
            </a:r>
            <a:r>
              <a:rPr lang="de-CH" dirty="0"/>
              <a:t>, </a:t>
            </a:r>
            <a:r>
              <a:rPr lang="de-CH" dirty="0" err="1"/>
              <a:t>text</a:t>
            </a:r>
            <a:r>
              <a:rPr lang="de-CH" dirty="0"/>
              <a:t>, </a:t>
            </a:r>
            <a:r>
              <a:rPr lang="de-CH" dirty="0" err="1"/>
              <a:t>tables</a:t>
            </a:r>
            <a:r>
              <a:rPr lang="de-CH" dirty="0"/>
              <a:t> and </a:t>
            </a:r>
            <a:r>
              <a:rPr lang="de-CH" dirty="0" err="1"/>
              <a:t>plots</a:t>
            </a:r>
            <a:endParaRPr lang="de-CH" dirty="0"/>
          </a:p>
        </p:txBody>
      </p:sp>
      <p:sp>
        <p:nvSpPr>
          <p:cNvPr id="5" name="Footer Placeholder 4">
            <a:extLst>
              <a:ext uri="{FF2B5EF4-FFF2-40B4-BE49-F238E27FC236}">
                <a16:creationId xmlns:a16="http://schemas.microsoft.com/office/drawing/2014/main" id="{1353E35E-1BA0-C331-F414-3B95521E1B18}"/>
              </a:ext>
            </a:extLst>
          </p:cNvPr>
          <p:cNvSpPr>
            <a:spLocks noGrp="1"/>
          </p:cNvSpPr>
          <p:nvPr>
            <p:ph type="ftr" sz="quarter" idx="14"/>
          </p:nvPr>
        </p:nvSpPr>
        <p:spPr/>
        <p:txBody>
          <a:bodyPr/>
          <a:lstStyle/>
          <a:p>
            <a:endParaRPr lang="de-CH" sz="900" dirty="0"/>
          </a:p>
        </p:txBody>
      </p:sp>
      <p:sp>
        <p:nvSpPr>
          <p:cNvPr id="6" name="Slide Number Placeholder 5">
            <a:extLst>
              <a:ext uri="{FF2B5EF4-FFF2-40B4-BE49-F238E27FC236}">
                <a16:creationId xmlns:a16="http://schemas.microsoft.com/office/drawing/2014/main" id="{70EBFA62-E73D-7976-7C6B-E6431EF7566C}"/>
              </a:ext>
            </a:extLst>
          </p:cNvPr>
          <p:cNvSpPr>
            <a:spLocks noGrp="1"/>
          </p:cNvSpPr>
          <p:nvPr>
            <p:ph type="sldNum" sz="quarter" idx="15"/>
          </p:nvPr>
        </p:nvSpPr>
        <p:spPr/>
        <p:txBody>
          <a:bodyPr/>
          <a:lstStyle/>
          <a:p>
            <a:fld id="{E14D7B56-9DF5-4E8D-B448-5569FA30FAB2}" type="slidenum">
              <a:rPr lang="de-CH" smtClean="0"/>
              <a:pPr/>
              <a:t>25</a:t>
            </a:fld>
            <a:endParaRPr lang="de-CH"/>
          </a:p>
        </p:txBody>
      </p:sp>
      <p:pic>
        <p:nvPicPr>
          <p:cNvPr id="8" name="Picture 7">
            <a:extLst>
              <a:ext uri="{FF2B5EF4-FFF2-40B4-BE49-F238E27FC236}">
                <a16:creationId xmlns:a16="http://schemas.microsoft.com/office/drawing/2014/main" id="{4E10A8C8-3DBF-F477-8852-F91D8B555E35}"/>
              </a:ext>
            </a:extLst>
          </p:cNvPr>
          <p:cNvPicPr>
            <a:picLocks noChangeAspect="1"/>
          </p:cNvPicPr>
          <p:nvPr/>
        </p:nvPicPr>
        <p:blipFill>
          <a:blip r:embed="rId2"/>
          <a:stretch>
            <a:fillRect/>
          </a:stretch>
        </p:blipFill>
        <p:spPr>
          <a:xfrm>
            <a:off x="2133512" y="1203548"/>
            <a:ext cx="4876976" cy="3412709"/>
          </a:xfrm>
          <a:prstGeom prst="rect">
            <a:avLst/>
          </a:prstGeom>
        </p:spPr>
      </p:pic>
    </p:spTree>
    <p:extLst>
      <p:ext uri="{BB962C8B-B14F-4D97-AF65-F5344CB8AC3E}">
        <p14:creationId xmlns:p14="http://schemas.microsoft.com/office/powerpoint/2010/main" val="212311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4359A-F1BF-E8A2-1CB2-DB663A6B4540}"/>
              </a:ext>
            </a:extLst>
          </p:cNvPr>
          <p:cNvSpPr>
            <a:spLocks noGrp="1"/>
          </p:cNvSpPr>
          <p:nvPr>
            <p:ph type="title"/>
          </p:nvPr>
        </p:nvSpPr>
        <p:spPr/>
        <p:txBody>
          <a:bodyPr/>
          <a:lstStyle/>
          <a:p>
            <a:r>
              <a:rPr lang="de-CH" dirty="0"/>
              <a:t>Swiss TPH Quarto </a:t>
            </a:r>
            <a:r>
              <a:rPr lang="de-CH" dirty="0" err="1"/>
              <a:t>template</a:t>
            </a:r>
            <a:r>
              <a:rPr lang="de-CH" dirty="0"/>
              <a:t> </a:t>
            </a:r>
            <a:r>
              <a:rPr lang="de-CH" dirty="0" err="1"/>
              <a:t>gallery</a:t>
            </a:r>
            <a:endParaRPr lang="de-CH" dirty="0"/>
          </a:p>
        </p:txBody>
      </p:sp>
      <p:sp>
        <p:nvSpPr>
          <p:cNvPr id="3" name="Text Placeholder 2">
            <a:extLst>
              <a:ext uri="{FF2B5EF4-FFF2-40B4-BE49-F238E27FC236}">
                <a16:creationId xmlns:a16="http://schemas.microsoft.com/office/drawing/2014/main" id="{7D0C56D3-DF1A-213F-5F51-AC677F6C571B}"/>
              </a:ext>
            </a:extLst>
          </p:cNvPr>
          <p:cNvSpPr>
            <a:spLocks noGrp="1"/>
          </p:cNvSpPr>
          <p:nvPr>
            <p:ph type="body" sz="quarter" idx="12"/>
          </p:nvPr>
        </p:nvSpPr>
        <p:spPr/>
        <p:txBody>
          <a:bodyPr/>
          <a:lstStyle/>
          <a:p>
            <a:r>
              <a:rPr lang="de-CH" dirty="0"/>
              <a:t>PDF(Latex) </a:t>
            </a:r>
            <a:r>
              <a:rPr lang="de-CH" dirty="0" err="1"/>
              <a:t>callout</a:t>
            </a:r>
            <a:r>
              <a:rPr lang="de-CH" dirty="0"/>
              <a:t> </a:t>
            </a:r>
            <a:r>
              <a:rPr lang="de-CH" dirty="0" err="1"/>
              <a:t>boxes</a:t>
            </a:r>
            <a:r>
              <a:rPr lang="de-CH" dirty="0"/>
              <a:t>, </a:t>
            </a:r>
            <a:r>
              <a:rPr lang="de-CH" dirty="0" err="1"/>
              <a:t>references</a:t>
            </a:r>
            <a:r>
              <a:rPr lang="de-CH" dirty="0"/>
              <a:t>, and </a:t>
            </a:r>
            <a:r>
              <a:rPr lang="de-CH" dirty="0" err="1"/>
              <a:t>more</a:t>
            </a:r>
            <a:r>
              <a:rPr lang="de-CH" dirty="0"/>
              <a:t>…</a:t>
            </a:r>
          </a:p>
        </p:txBody>
      </p:sp>
      <p:sp>
        <p:nvSpPr>
          <p:cNvPr id="6" name="Slide Number Placeholder 5">
            <a:extLst>
              <a:ext uri="{FF2B5EF4-FFF2-40B4-BE49-F238E27FC236}">
                <a16:creationId xmlns:a16="http://schemas.microsoft.com/office/drawing/2014/main" id="{13D5AD54-C73C-C469-F9E7-9950874FEBCE}"/>
              </a:ext>
            </a:extLst>
          </p:cNvPr>
          <p:cNvSpPr>
            <a:spLocks noGrp="1"/>
          </p:cNvSpPr>
          <p:nvPr>
            <p:ph type="sldNum" sz="quarter" idx="15"/>
          </p:nvPr>
        </p:nvSpPr>
        <p:spPr/>
        <p:txBody>
          <a:bodyPr/>
          <a:lstStyle/>
          <a:p>
            <a:fld id="{E14D7B56-9DF5-4E8D-B448-5569FA30FAB2}" type="slidenum">
              <a:rPr lang="de-CH" smtClean="0"/>
              <a:pPr/>
              <a:t>26</a:t>
            </a:fld>
            <a:endParaRPr lang="de-CH"/>
          </a:p>
        </p:txBody>
      </p:sp>
      <p:pic>
        <p:nvPicPr>
          <p:cNvPr id="8" name="Picture 7">
            <a:extLst>
              <a:ext uri="{FF2B5EF4-FFF2-40B4-BE49-F238E27FC236}">
                <a16:creationId xmlns:a16="http://schemas.microsoft.com/office/drawing/2014/main" id="{151C538D-ED83-43B6-BA2B-562751370BFF}"/>
              </a:ext>
            </a:extLst>
          </p:cNvPr>
          <p:cNvPicPr>
            <a:picLocks noChangeAspect="1"/>
          </p:cNvPicPr>
          <p:nvPr/>
        </p:nvPicPr>
        <p:blipFill>
          <a:blip r:embed="rId2"/>
          <a:stretch>
            <a:fillRect/>
          </a:stretch>
        </p:blipFill>
        <p:spPr>
          <a:xfrm>
            <a:off x="3316882" y="1192850"/>
            <a:ext cx="2551879" cy="3601742"/>
          </a:xfrm>
          <a:prstGeom prst="rect">
            <a:avLst/>
          </a:prstGeom>
        </p:spPr>
      </p:pic>
    </p:spTree>
    <p:extLst>
      <p:ext uri="{BB962C8B-B14F-4D97-AF65-F5344CB8AC3E}">
        <p14:creationId xmlns:p14="http://schemas.microsoft.com/office/powerpoint/2010/main" val="2529137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E8DCCEB-8F1E-9062-EDEC-003DBB720618}"/>
              </a:ext>
            </a:extLst>
          </p:cNvPr>
          <p:cNvSpPr>
            <a:spLocks noGrp="1"/>
          </p:cNvSpPr>
          <p:nvPr>
            <p:ph type="body" sz="quarter" idx="10"/>
          </p:nvPr>
        </p:nvSpPr>
        <p:spPr>
          <a:xfrm>
            <a:off x="468313" y="2718511"/>
            <a:ext cx="8243886" cy="1402820"/>
          </a:xfrm>
        </p:spPr>
        <p:txBody>
          <a:bodyPr/>
          <a:lstStyle/>
          <a:p>
            <a:r>
              <a:rPr lang="en-US" noProof="0" dirty="0"/>
              <a:t>Zhihan Zhu</a:t>
            </a:r>
          </a:p>
          <a:p>
            <a:r>
              <a:rPr lang="en-US" noProof="0" dirty="0"/>
              <a:t>zhihan.zhu@swisstph.ch</a:t>
            </a:r>
          </a:p>
        </p:txBody>
      </p:sp>
      <p:sp>
        <p:nvSpPr>
          <p:cNvPr id="10" name="Title 9">
            <a:extLst>
              <a:ext uri="{FF2B5EF4-FFF2-40B4-BE49-F238E27FC236}">
                <a16:creationId xmlns:a16="http://schemas.microsoft.com/office/drawing/2014/main" id="{DA576679-FE2C-9702-8E88-E4D04A4AAABA}"/>
              </a:ext>
            </a:extLst>
          </p:cNvPr>
          <p:cNvSpPr>
            <a:spLocks noGrp="1"/>
          </p:cNvSpPr>
          <p:nvPr>
            <p:ph type="title"/>
          </p:nvPr>
        </p:nvSpPr>
        <p:spPr>
          <a:xfrm>
            <a:off x="464227" y="1899580"/>
            <a:ext cx="8243886" cy="493718"/>
          </a:xfrm>
        </p:spPr>
        <p:txBody>
          <a:bodyPr/>
          <a:lstStyle/>
          <a:p>
            <a:r>
              <a:rPr lang="en-US" sz="3600" noProof="0" dirty="0"/>
              <a:t>Thank you for your attention</a:t>
            </a:r>
          </a:p>
        </p:txBody>
      </p:sp>
      <p:sp>
        <p:nvSpPr>
          <p:cNvPr id="3" name="Slide Number Placeholder 2">
            <a:extLst>
              <a:ext uri="{FF2B5EF4-FFF2-40B4-BE49-F238E27FC236}">
                <a16:creationId xmlns:a16="http://schemas.microsoft.com/office/drawing/2014/main" id="{26084F93-942C-5B3F-9D22-EDE199754394}"/>
              </a:ext>
            </a:extLst>
          </p:cNvPr>
          <p:cNvSpPr>
            <a:spLocks noGrp="1"/>
          </p:cNvSpPr>
          <p:nvPr>
            <p:ph type="sldNum" sz="quarter" idx="13"/>
          </p:nvPr>
        </p:nvSpPr>
        <p:spPr>
          <a:xfrm>
            <a:off x="484316" y="4658190"/>
            <a:ext cx="187268" cy="273844"/>
          </a:xfrm>
        </p:spPr>
        <p:txBody>
          <a:bodyPr/>
          <a:lstStyle/>
          <a:p>
            <a:fld id="{E14D7B56-9DF5-4E8D-B448-5569FA30FAB2}" type="slidenum">
              <a:rPr lang="en-US" noProof="0" smtClean="0"/>
              <a:pPr/>
              <a:t>27</a:t>
            </a:fld>
            <a:endParaRPr lang="en-US" noProof="0" dirty="0"/>
          </a:p>
        </p:txBody>
      </p:sp>
    </p:spTree>
    <p:extLst>
      <p:ext uri="{BB962C8B-B14F-4D97-AF65-F5344CB8AC3E}">
        <p14:creationId xmlns:p14="http://schemas.microsoft.com/office/powerpoint/2010/main" val="492031928"/>
      </p:ext>
    </p:extLst>
  </p:cSld>
  <p:clrMapOvr>
    <a:masterClrMapping/>
  </p:clrMapOvr>
</p:sld>
</file>

<file path=ppt/theme/theme1.xml><?xml version="1.0" encoding="utf-8"?>
<a:theme xmlns:a="http://schemas.openxmlformats.org/drawingml/2006/main" name="SwissTPH2026">
  <a:themeElements>
    <a:clrScheme name="Swiss TPH 2026">
      <a:dk1>
        <a:srgbClr val="000000"/>
      </a:dk1>
      <a:lt1>
        <a:srgbClr val="FFFFFF"/>
      </a:lt1>
      <a:dk2>
        <a:srgbClr val="432CA1"/>
      </a:dk2>
      <a:lt2>
        <a:srgbClr val="D3D2FE"/>
      </a:lt2>
      <a:accent1>
        <a:srgbClr val="432CA1"/>
      </a:accent1>
      <a:accent2>
        <a:srgbClr val="D3D2FE"/>
      </a:accent2>
      <a:accent3>
        <a:srgbClr val="DDE24A"/>
      </a:accent3>
      <a:accent4>
        <a:srgbClr val="EA6674"/>
      </a:accent4>
      <a:accent5>
        <a:srgbClr val="998CFE"/>
      </a:accent5>
      <a:accent6>
        <a:srgbClr val="3A0176"/>
      </a:accent6>
      <a:hlink>
        <a:srgbClr val="0000AA"/>
      </a:hlink>
      <a:folHlink>
        <a:srgbClr val="658BE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EC4A7492-4665-4B82-A424-943780401254}" vid="{82A68BA0-FD82-438C-8C0A-A68EEC6C86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927CB58-2FFC-4B78-AC08-97E966F5DA3A}">
  <we:reference id="wa200010001" version="1.0.0.0" store="en-US" storeType="OMEX"/>
  <we:alternateReferences>
    <we:reference id="wa200010001" version="1.0.0.0" store="" storeType="OMEX"/>
  </we:alternateReferences>
  <we:properties>
    <we:property name="claude.fileId" value="&quot;11307bd4-e41c-49f8-822d-4ebafbb77bf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83271A4D6A8A4F824758BD8F4739A3" ma:contentTypeVersion="13" ma:contentTypeDescription="Create a new document." ma:contentTypeScope="" ma:versionID="a1c0693b607dd6f91e6177489631d03c">
  <xsd:schema xmlns:xsd="http://www.w3.org/2001/XMLSchema" xmlns:xs="http://www.w3.org/2001/XMLSchema" xmlns:p="http://schemas.microsoft.com/office/2006/metadata/properties" xmlns:ns2="ee9d2b9f-9545-45fa-9117-0d8c20be045f" xmlns:ns3="50ba1161-8fcf-4648-a98a-8cbde4cee383" targetNamespace="http://schemas.microsoft.com/office/2006/metadata/properties" ma:root="true" ma:fieldsID="2589725228f1db46fc508b989fd01238" ns2:_="" ns3:_="">
    <xsd:import namespace="ee9d2b9f-9545-45fa-9117-0d8c20be045f"/>
    <xsd:import namespace="50ba1161-8fcf-4648-a98a-8cbde4cee3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Locatio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9d2b9f-9545-45fa-9117-0d8c20be04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6808ac5-9ffb-4475-b3a9-4acfa5ab967b" ma:termSetId="09814cd3-568e-fe90-9814-8d621ff8fb84" ma:anchorId="fba54fb3-c3e1-fe81-a776-ca4b69148c4d" ma:open="true" ma:isKeyword="false">
      <xsd:complexType>
        <xsd:sequence>
          <xsd:element ref="pc:Terms" minOccurs="0" maxOccurs="1"/>
        </xsd:sequence>
      </xsd:complexType>
    </xsd:element>
    <xsd:element name="MediaServiceLocation" ma:index="15" nillable="true" ma:displayName="Location" ma:indexed="true"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0ba1161-8fcf-4648-a98a-8cbde4cee38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a452a50-ab64-4a12-895f-08752ca94582}" ma:internalName="TaxCatchAll" ma:showField="CatchAllData" ma:web="50ba1161-8fcf-4648-a98a-8cbde4cee3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0ba1161-8fcf-4648-a98a-8cbde4cee383" xsi:nil="true"/>
    <lcf76f155ced4ddcb4097134ff3c332f xmlns="ee9d2b9f-9545-45fa-9117-0d8c20be04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422A6A1-1AF7-4273-B9A5-0F75133BE4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9d2b9f-9545-45fa-9117-0d8c20be045f"/>
    <ds:schemaRef ds:uri="50ba1161-8fcf-4648-a98a-8cbde4cee3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55AE8BB-A4BB-4E89-B55D-B4E560473032}">
  <ds:schemaRefs>
    <ds:schemaRef ds:uri="http://schemas.microsoft.com/sharepoint/v3/contenttype/forms"/>
  </ds:schemaRefs>
</ds:datastoreItem>
</file>

<file path=customXml/itemProps3.xml><?xml version="1.0" encoding="utf-8"?>
<ds:datastoreItem xmlns:ds="http://schemas.openxmlformats.org/officeDocument/2006/customXml" ds:itemID="{5710BB5C-7355-4D41-B1BB-CFD6F211FEDD}">
  <ds:schemaRefs>
    <ds:schemaRef ds:uri="http://www.w3.org/XML/1998/namespace"/>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2006/metadata/properties"/>
    <ds:schemaRef ds:uri="50ba1161-8fcf-4648-a98a-8cbde4cee383"/>
    <ds:schemaRef ds:uri="http://schemas.microsoft.com/office/infopath/2007/PartnerControls"/>
    <ds:schemaRef ds:uri="ee9d2b9f-9545-45fa-9117-0d8c20be045f"/>
    <ds:schemaRef ds:uri="http://purl.org/dc/terms/"/>
  </ds:schemaRefs>
</ds:datastoreItem>
</file>

<file path=docMetadata/LabelInfo.xml><?xml version="1.0" encoding="utf-8"?>
<clbl:labelList xmlns:clbl="http://schemas.microsoft.com/office/2020/mipLabelMetadata">
  <clbl:label id="{a42cdcd0-f576-4592-acdb-6fc911aee612}" enabled="1" method="Privileged" siteId="{9bb8b9bd-971a-4fd3-90c3-c394e2feb8b2}" contentBits="0" removed="0"/>
</clbl:labelList>
</file>

<file path=docProps/app.xml><?xml version="1.0" encoding="utf-8"?>
<Properties xmlns="http://schemas.openxmlformats.org/officeDocument/2006/extended-properties" xmlns:vt="http://schemas.openxmlformats.org/officeDocument/2006/docPropsVTypes">
  <Template>SwissTPH_PowerPoint_Template16x9_2026</Template>
  <TotalTime>0</TotalTime>
  <Words>638</Words>
  <Application>Microsoft Office PowerPoint</Application>
  <PresentationFormat>On-screen Show (16:9)</PresentationFormat>
  <Paragraphs>120</Paragraphs>
  <Slides>27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Courier New</vt:lpstr>
      <vt:lpstr>Symbol</vt:lpstr>
      <vt:lpstr>Wingdings</vt:lpstr>
      <vt:lpstr>SwissTPH2026</vt:lpstr>
      <vt:lpstr>Quarto @ Swiss TPH</vt:lpstr>
      <vt:lpstr>Agenda</vt:lpstr>
      <vt:lpstr>Introduction to Quarto</vt:lpstr>
      <vt:lpstr>Reproducibility in research</vt:lpstr>
      <vt:lpstr>Imagine you sent your collaborator a report</vt:lpstr>
      <vt:lpstr>One source of truth</vt:lpstr>
      <vt:lpstr>Structure of a Quarto document</vt:lpstr>
      <vt:lpstr>Structure of Quarto document</vt:lpstr>
      <vt:lpstr>Structure of Quarto document</vt:lpstr>
      <vt:lpstr>Structure of Quarto document</vt:lpstr>
      <vt:lpstr>Structure of Quarto document</vt:lpstr>
      <vt:lpstr>Structure of Quarto document</vt:lpstr>
      <vt:lpstr>Quarto formats</vt:lpstr>
      <vt:lpstr>Multi-format output</vt:lpstr>
      <vt:lpstr>Control output format in YAML header</vt:lpstr>
      <vt:lpstr>Output options</vt:lpstr>
      <vt:lpstr>An example of output options</vt:lpstr>
      <vt:lpstr>Cross-reference</vt:lpstr>
      <vt:lpstr>Cross-reference</vt:lpstr>
      <vt:lpstr>Bonus: Parametrised reports</vt:lpstr>
      <vt:lpstr>Bonus: Extensions</vt:lpstr>
      <vt:lpstr>Swiss TPH Templates</vt:lpstr>
      <vt:lpstr>Swiss TPH templates</vt:lpstr>
      <vt:lpstr>Swiss TPH Quarto template gallery</vt:lpstr>
      <vt:lpstr>Swiss TPH Quarto template gallery</vt:lpstr>
      <vt:lpstr>Swiss TPH Quarto template gallery</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Zhihan Zhu</dc:creator>
  <cp:lastModifiedBy>Zhihan Zhu</cp:lastModifiedBy>
  <cp:revision>18</cp:revision>
  <dcterms:created xsi:type="dcterms:W3CDTF">2026-06-22T12:08:30Z</dcterms:created>
  <dcterms:modified xsi:type="dcterms:W3CDTF">2026-07-27T08:27:00Z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0x0101007183271A4D6A8A4F824758BD8F4739A3</vt:lpwstr>
  </property>
  <property fmtid="{D5CDD505-2E9C-101B-9397-08002B2CF9AE}" pid="3" name="MediaServiceImageTags">
    <vt:lpwstr/>
  </property>
</Properties>
</file>